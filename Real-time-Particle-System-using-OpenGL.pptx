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ink/ink2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3.xml" ContentType="application/inkml+xml"/>
  <Override PartName="/ppt/notesSlides/notesSlide9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notesSlides/notesSlide10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Inter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280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9:10:19.41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596 485 24575,'-117'2'0,"42"0"0,0-3 0,-83-12 0,146 11 0,0 0 0,1-1 0,-1 0 0,1 0 0,0-2 0,0 1 0,-19-12 0,26 13 0,-1 0 0,1-1 0,-1 0 0,1 0 0,0 0 0,1 0 0,-1-1 0,1 1 0,0-1 0,0 0 0,0 0 0,0 0 0,1-1 0,0 1 0,0 0 0,1-1 0,-2-8 0,2 7 0,0 1 0,0-1 0,1 1 0,0-1 0,0 1 0,1-1 0,0 1 0,2-7 0,-2 9 0,0 1 0,0-1 0,1 1 0,0-1 0,-1 1 0,1 0 0,1 0 0,-1 0 0,0 0 0,1 0 0,-1 0 0,1 0 0,0 1 0,0 0 0,5-4 0,4 0 0,0 0 0,0 1 0,1 1 0,-1 0 0,1 0 0,0 1 0,17-1 0,-1 1 0,1 1 0,36 4 0,-55-1 0,-1 0 0,1 1 0,0 0 0,-1 1 0,1 1 0,-1-1 0,0 2 0,0-1 0,0 1 0,-1 1 0,0 0 0,0 0 0,0 1 0,-1 0 0,0 0 0,0 1 0,-1 0 0,8 11 0,-5-5 0,-1 0 0,-1 0 0,0 1 0,-1 1 0,0-1 0,-2 1 0,0 0 0,0 0 0,-2 0 0,0 1 0,1 20 0,-3-26 0,-1-1 0,-1 0 0,1 0 0,-2 1 0,1-1 0,-2 0 0,1 0 0,-1 0 0,-1-1 0,0 1 0,0-1 0,-1 0 0,0 0 0,0 0 0,-9 10 0,6-10 0,-1 1 0,0-2 0,-1 1 0,0-1 0,0-1 0,-1 0 0,0 0 0,0-1 0,0 0 0,-1-1 0,-23 7 0,11-6 0,1-1 0,-1 0 0,-37 1 0,49-6 0,0 0 0,0 0 0,0-1 0,0-1 0,0 0 0,0-1 0,0 0 0,-21-9 0,29 10 0,-1-1 0,1 0 0,-1 0 0,1 0 0,0 0 0,0-1 0,1 1 0,-1-1 0,1 0 0,0 0 0,0-1 0,0 1 0,0 0 0,1-1 0,-1 0 0,1 0 0,1 0 0,-1 0 0,1 0 0,-1 0 0,2 0 0,-2-5 0,2 0 0,-1 0 0,1 0 0,1 1 0,0-1 0,0 0 0,1 1 0,0-1 0,1 1 0,0 0 0,0-1 0,6-8 0,8-15 0,38-55 0,-46 76 0,1 1 0,-1-1 0,2 1 0,-1 1 0,1 0 0,1 1 0,18-12 0,-25 18 0,1 0 0,-1 0 0,1 1 0,0 0 0,-1 0 0,1 0 0,0 1 0,0 0 0,0 0 0,0 0 0,0 1 0,1 0 0,-1 0 0,0 1 0,0-1 0,0 1 0,0 1 0,0-1 0,0 1 0,-1 0 0,1 0 0,-1 1 0,11 6 0,0 0 0,0 1 0,1-2 0,0 0 0,0-1 0,1-1 0,0-1 0,0 0 0,0-1 0,1-1 0,-1-1 0,19 0 0,-7 0 0,0-2 0,0-1 0,-1-1 0,1-2 0,44-11 0,-10-4 0,-12 3 0,2 1 0,82-10 0,-14 3 0,-15 2 0,-90 18 0,0 0 0,0 2 0,0 0 0,23 3 0,44 11 0,-20-2 0,76 3 0,150-14 0,-149-3 0,-119 2 0,1 1 0,-1 1 0,26 6 0,-41-6 0,-1-1 0,1 1 0,0 0 0,-1 1 0,1-1 0,-1 1 0,0 1 0,0-1 0,0 1 0,-1 0 0,1 0 0,-1 1 0,0 0 0,5 5 0,-9-9 0,0 0 0,0 0 0,0 1 0,0-1 0,0 0 0,-1 0 0,1 0 0,0 1 0,-1-1 0,1 0 0,-1 1 0,1-1 0,-1 1 0,0-1 0,1 1 0,-1-1 0,0 0 0,0 1 0,0-1 0,0 1 0,0-1 0,-1 1 0,1-1 0,0 1 0,-1-1 0,1 0 0,-1 1 0,1-1 0,-1 0 0,0 1 0,1-1 0,-1 0 0,0 0 0,0 0 0,0 0 0,0 1 0,0-1 0,0 0 0,0-1 0,0 1 0,-1 0 0,1 0 0,0 0 0,-1-1 0,1 1 0,-2 0 0,-7 3 0,0-1 0,-1 1 0,1-2 0,0 0 0,-14 1 0,-89 6 0,-146-8 0,158-3 0,-613-2 0,642 8 0,-100 17 0,-30 2 0,184-22 0,-57 3 0,-101-8 0,171 4 0,1-1 0,-1 0 0,1 0 0,0 0 0,-1 0 0,1-1 0,0 1 0,0-1 0,0 0 0,0-1 0,0 1 0,0-1 0,1 1 0,-1-1 0,1 0 0,0 0 0,0-1 0,0 1 0,0-1 0,1 1 0,-1-1 0,1 0 0,-3-7 0,2 4 0,1-1 0,0 1 0,0-1 0,1 0 0,0 1 0,0-1 0,1 0 0,0 0 0,0 0 0,1 0 0,0 1 0,4-15 0,-1 8 0,2 1 0,-1 0 0,1 0 0,1 0 0,1 1 0,0 0 0,0 0 0,15-15 0,11-9 0,40-32 0,-71 65 0,7-5 0,0 0 0,1 1 0,0 0 0,1 1 0,-1 0 0,1 1 0,0 0 0,0 1 0,1 0 0,0 1 0,-1 1 0,25-3 0,-21 4 0,0 1 0,0 1 0,-1 0 0,1 1 0,-1 1 0,1 0 0,-1 1 0,0 1 0,0 0 0,17 9 0,-5-2 0,-1-1 0,1-1 0,1-1 0,0-1 0,0-2 0,1-1 0,-1-1 0,1-2 0,38-1 0,-16-3 0,-37 0 0,1 2 0,0-1 0,0 2 0,0 0 0,0 0 0,28 8 0,-40-8 0,1 1 0,-1 0 0,1 0 0,-1 0 0,0 0 0,1 0 0,-1 1 0,0 0 0,-1-1 0,1 1 0,0 0 0,-1 0 0,0 1 0,1-1 0,-1 0 0,-1 1 0,1-1 0,0 1 0,-1 0 0,0-1 0,0 1 0,0 0 0,0 0 0,0 4 0,0 9 0,0-1 0,-1 1 0,-1-1 0,-4 21 0,4-26 0,0-11 0,1 1 0,0-1 0,0 1 0,0 0 0,0-1 0,0 1 0,0-1 0,0 1 0,0-1 0,0 1 0,0-1 0,0 1 0,0-1 0,0 1 0,1-1 0,-1 1 0,0-1 0,0 1 0,1-1 0,-1 1 0,0-1 0,0 0 0,1 1 0,-1-1 0,1 1 0,-1-1 0,0 0 0,1 1 0,-1-1 0,1 0 0,-1 1 0,1-1 0,-1 0 0,1 0 0,-1 0 0,1 1 0,-1-1 0,1 0 0,-1 0 0,1 0 0,-1 0 0,1 0 0,-1 0 0,2 0 0,28-6 0,-16 2 0,49-5 0,97-4 0,67 14 0,-98 1 0,297-2 0,-395-2 0,-1-1 0,1-2 0,47-13 0,-6 1 0,-1 1 0,-21 4 0,2 3 0,56-4 0,303 11 0,-198 4 0,-107-3 0,123 3 0,-223-1 0,0 0 0,0 0 0,-1 0 0,1 1 0,0 0 0,0 0 0,-1 0 0,1 1 0,-1 0 0,0 0 0,0 0 0,0 1 0,0 0 0,-1 0 0,8 7 0,-1 4 0,0 0 0,-1 0 0,15 30 0,10 16 0,-27-48 0,0 1 0,-1 0 0,-1 0 0,0 1 0,-1-1 0,-1 1 0,0 0 0,3 29 0,-4-11 0,-2 0 0,-1-1 0,-5 39 0,4-64 0,-1 0 0,1 0 0,-2 0 0,1 0 0,-1 0 0,-5 10 0,7-15 0,0 0 0,0-1 0,-1 1 0,1-1 0,0 1 0,-1-1 0,1 1 0,-1-1 0,1 0 0,-1 1 0,1-1 0,-4 1 0,4-1 0,0-1 0,0 0 0,0 0 0,0 0 0,0 0 0,0 0 0,0 0 0,0 0 0,0 0 0,0 0 0,0 0 0,0 0 0,0-1 0,0 1 0,0 0 0,0-1 0,0 1 0,0-1 0,0 1 0,0-1 0,1 1 0,-1-1 0,0 0 0,0 1 0,-1-3 0,-2-3 0,0 0 0,0 0 0,1 0 0,0 0 0,0-1 0,0 0 0,1 0 0,0 0 0,-2-13 0,-3-6 0,-1-2 0,-21-47 0,25 66 0,0 1 0,-1 0 0,0 0 0,0 1 0,-1-1 0,0 1 0,0 0 0,-1 1 0,-14-12 0,-35-14 0,41 24 0,0 0 0,1-1 0,0-1 0,-14-12 0,23 17 0,0 0 0,0 1 0,0 0 0,-1 0 0,1 1 0,-12-6 0,14 8 0,0 0 0,0 0 0,-1 1 0,1-1 0,0 1 0,-1-1 0,1 1 0,0 0 0,-1 1 0,1-1 0,0 0 0,-1 1 0,1 0 0,0 0 0,-5 2 0,-51 18 0,-112 46 0,157-60 0,1 1 0,0 0 0,0 1 0,1 0 0,-20 19 0,-48 58 0,78-83 0,-23 29 0,19-24 0,1 0 0,-1 0 0,-1-1 0,1 0 0,-1 0 0,-1-1 0,1 1 0,-17 9 0,24-16 0,-1 1 0,0-1 0,0 0 0,0 1 0,0-1 0,0 0 0,0 0 0,0 1 0,0-1 0,0 0 0,0 0 0,0 0 0,1 0 0,-1 0 0,0 0 0,0 0 0,0-1 0,0 1 0,0 0 0,0-1 0,0 1 0,0 0 0,0-1 0,-1 0 0,1-1 0,-1 1 0,1-1 0,0 1 0,0-1 0,-1 1 0,1-1 0,1 0 0,-1 0 0,0 1 0,0-1 0,0-3 0,-2-6 0,2 0 0,-1-1 0,1-15 0,1 23 0,-1-8 0,1 0 0,1 0 0,0 1 0,0-1 0,1 0 0,1 1 0,8-22 0,-9 27 0,1 0 0,0 0 0,0 1 0,1 0 0,0 0 0,0 0 0,0 0 0,0 0 0,1 1 0,0-1 0,-1 1 0,2 1 0,-1-1 0,0 1 0,1 0 0,8-4 0,0 2 0,0 1 0,0 0 0,1 1 0,0 0 0,29 0 0,78 6 0,-70 0 0,314 3 0,-1406-7 0,1000 3 0,-1 2 0,-60 15 0,53-10 0,-58 5 0,42-11 0,-45 3 0,94-4 0,0 1 0,0 0 0,0 2 0,1-1 0,-17 9 0,-129 55 0,137-59 0,2-1 0,0-2 0,0 0 0,-1-2 0,1 0 0,-31 1 0,-114-5 0,90-3 0,-500 2 0,554 2 0,-1 2 0,1 0 0,0 1 0,1 1 0,-1 1 0,1 1 0,0 1 0,-31 16 0,29-16 0,0 0 0,0-2 0,-1-1 0,1-1 0,-43 2 0,88-7 0,148 0 0,-129 2 0,0 3 0,48 9 0,-20 0 0,0-4 0,71 1 0,141-10 0,-119-2 0,-135 2 0,0 0 0,0 2 0,0 2 0,38 8 0,-24-2 0,1-2 0,0-2 0,46 1 0,129-7 0,-101-2 0,268 1 0,-349 3 0,1 2 0,60 14 0,24 2 0,11 5 0,-92-16 0,0-1 0,41 1 0,7-4 0,110-10 0,-192 4 25,-1 1-1,1-1 0,0 0 1,-1 0-1,1-1 1,-1 1-1,1-1 0,-1 0 1,0 0-1,0-1 0,0 1 1,0-1-1,4-3 1,0-2-367,-1 0 1,0-1 0,0 0-1,7-13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9:27:55.8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2110 754 24575,'-847'0'0,"839"0"0,-1 0 0,1-1 0,0 0 0,0 0 0,0-1 0,-15-5 0,21 7 0,0-1 0,1 0 0,-1 0 0,0 0 0,0 0 0,1 0 0,-1 0 0,1 0 0,-1-1 0,1 1 0,-1-1 0,1 1 0,0-1 0,0 1 0,0-1 0,0 0 0,0 1 0,0-1 0,0 0 0,0 0 0,1 0 0,-1 0 0,1 0 0,-1 0 0,1 0 0,0 1 0,0-1 0,0 0 0,0 0 0,0 0 0,0 0 0,1 0 0,-1 0 0,2-4 0,0 1 0,0 0 0,0 0 0,1 0 0,-1 1 0,1-1 0,0 0 0,1 1 0,-1 0 0,1 0 0,0 0 0,0 0 0,0 1 0,1-1 0,-1 1 0,1 0 0,0 0 0,-1 1 0,1 0 0,7-3 0,6-1 0,0 0 0,1 1 0,0 1 0,24-2 0,13 0 0,1 3 0,0 2 0,69 9 0,-120-7 0,0-1 0,0 2 0,0-1 0,0 1 0,0-1 0,-1 2 0,1-1 0,-1 0 0,11 8 0,-13-8 0,0 1 0,0-1 0,-1 1 0,1 0 0,-1 0 0,1 1 0,-1-1 0,0 0 0,0 1 0,-1-1 0,1 1 0,-1-1 0,1 1 0,-1 0 0,1 7 0,0 2 0,-1-1 0,-1 1 0,1 0 0,-2-1 0,0 1 0,0 0 0,-1-1 0,-1 1 0,0-1 0,-1 0 0,0 0 0,-1 0 0,-12 21 0,7-16 0,-1 0 0,-1-1 0,-1 0 0,0-1 0,-1-1 0,0 0 0,-1 0 0,-21 13 0,18-16 0,1-1 0,-2-1 0,1-1 0,-1 0 0,0-2 0,-1 0 0,1-1 0,-1-1 0,-35 3 0,23-5 0,-1-1 0,0-1 0,0-3 0,1 0 0,-43-11 0,-66-26 0,119 32 0,0-1 0,0-2 0,1 0 0,-22-15 0,37 21 0,-1-1 0,1 0 0,0-1 0,0 1 0,-8-14 0,10 13 0,-1 0 0,0 1 0,-1-1 0,0 1 0,0 0 0,-10-7 0,-2 1 0,11 9 0,1-1 0,0 0 0,0 0 0,0-1 0,-10-10 0,15 13 0,0 0 0,-1 0 0,1 0 0,0 0 0,0 0 0,0 0 0,1 0 0,-1-1 0,0 1 0,1 0 0,-1 0 0,1-1 0,0 1 0,0 0 0,0-1 0,0 1 0,0 0 0,1-1 0,-1 1 0,0 0 0,1 0 0,0-1 0,1-2 0,3-5 0,-1 1 0,1 0 0,1 1 0,0-1 0,0 1 0,0 1 0,1-1 0,1 1 0,11-10 0,-5 6 0,0 1 0,1 1 0,0 0 0,30-13 0,-11 10 0,0 1 0,1 2 0,0 2 0,45-5 0,146 5 0,-217 7 0,0 0 0,0 1 0,0 0 0,0 0 0,0 1 0,13 5 0,-20-6 0,0-1 0,-1 1 0,1 0 0,0 0 0,0 0 0,-1 1 0,1-1 0,-1 0 0,1 0 0,-1 1 0,0-1 0,1 1 0,-1-1 0,0 1 0,0 0 0,0-1 0,0 1 0,0 0 0,0 0 0,-1 0 0,1 0 0,-1-1 0,1 1 0,-1 0 0,0 0 0,0 0 0,0 0 0,0 0 0,0 0 0,0 0 0,0 0 0,0 0 0,-1 0 0,1 0 0,-2 3 0,-1 3 0,-1 0 0,0 1 0,0-2 0,0 1 0,-1 0 0,0-1 0,-1 0 0,0 0 0,0 0 0,-13 10 0,-8 5 0,-44 26 0,50-34 0,-64 41 0,-124 61 0,178-101 0,-2-2 0,1-1 0,-2-2 0,0-1 0,0-1 0,0-2 0,-61 2 0,77-8 0,0-1 0,-1-1 0,2-1 0,-1 0 0,-28-10 0,-82-41 0,100 43 0,-1 0 0,-58-12 0,55 16 0,1-1 0,-39-17 0,66 23 0,0 0 0,-1 0 0,1 0 0,0-1 0,1 0 0,-1 0 0,0 0 0,1 0 0,0 0 0,0-1 0,0 1 0,0-1 0,0 0 0,-2-4 0,4 5 0,0 0 0,0 1 0,0-1 0,1 0 0,-1 0 0,1 1 0,-1-1 0,1 0 0,0 0 0,0 0 0,0 0 0,1 1 0,-1-1 0,1 0 0,-1 0 0,1 1 0,0-1 0,0 0 0,0 1 0,1-1 0,-1 1 0,0-1 0,4-3 0,7-8 0,0 1 0,1 0 0,0 1 0,1 1 0,0 0 0,1 1 0,0 0 0,1 1 0,-1 1 0,32-12 0,-9 8 0,-1 0 0,1 3 0,75-10 0,8 12 0,123 8 0,-85 2 0,-152-3 0,1 0 0,0 1 0,-1 0 0,1 0 0,-1 0 0,14 5 0,-20-5 0,1 0 0,-1-1 0,1 1 0,-1 0 0,0 0 0,1 0 0,-1 0 0,0 0 0,0 0 0,0 0 0,0 0 0,0 0 0,0 0 0,0 1 0,0-1 0,0 0 0,0 1 0,-1-1 0,1 1 0,-1-1 0,1 1 0,-1-1 0,1 1 0,-1-1 0,0 1 0,0-1 0,0 1 0,0-1 0,0 1 0,0 0 0,0-1 0,-1 1 0,1-1 0,0 1 0,-1-1 0,1 1 0,-1-1 0,0 1 0,-1 1 0,-7 14 0,-1 0 0,0-1 0,-1-1 0,-1 1 0,-18 16 0,20-22 0,0-1 0,-1-1 0,0 0 0,0-1 0,-1 0 0,0 0 0,0-1 0,-1-1 0,0 0 0,0-1 0,-22 5 0,-10-1 0,0-2 0,-52 1 0,85-6 0,0 0 0,0-1 0,0 0 0,0 0 0,0-1 0,-19-4 0,28 4 0,0 0 0,0 0 0,0-1 0,0 1 0,1-1 0,-1 1 0,0-1 0,1 0 0,-1 0 0,1 0 0,0-1 0,-1 1 0,1 0 0,0-1 0,1 1 0,-1-1 0,0 0 0,1 0 0,-1 1 0,1-1 0,0 0 0,0 0 0,0-1 0,0 1 0,1 0 0,-1-3 0,0-1 0,0 0 0,0 0 0,1 0 0,0 0 0,0 0 0,1 0 0,0 0 0,1-6 0,0 8 0,-1 1 0,1 0 0,0 0 0,0 0 0,0 1 0,1-1 0,-1 0 0,1 1 0,0 0 0,0-1 0,0 1 0,0 0 0,1 1 0,5-5 0,14-6 0,-1 1 0,2 1 0,0 0 0,0 2 0,1 1 0,31-5 0,157-20 0,-13 19 0,216 13 0,-173 4 0,-214-3 0,-1 1 0,1 1 0,41 9 0,-49-7 0,-11-2 0,0 0 0,0 1 0,17 7 0,-24-9 0,0 1 0,0 0 0,0-1 0,-1 1 0,1 0 0,-1 0 0,1 1 0,-1-1 0,0 0 0,0 1 0,0 0 0,0-1 0,-1 1 0,1 0 0,-1 0 0,2 4 0,0 0 0,-1-1 0,0 1 0,0 0 0,-1 0 0,0 0 0,0 0 0,-1 0 0,0 0 0,0 1 0,-1-1 0,1 0 0,-2 0 0,1 0 0,-1 0 0,0-1 0,0 1 0,-1 0 0,0-1 0,0 1 0,0-1 0,-1 0 0,0 0 0,-1-1 0,1 1 0,-1-1 0,0 0 0,0 0 0,0 0 0,-1-1 0,0 0 0,0 0 0,0 0 0,0-1 0,0 0 0,-8 3 0,0-1 0,-1-1 0,0-1 0,1 0 0,-1 0 0,0-2 0,0 0 0,0 0 0,0-2 0,0 0 0,0 0 0,-19-5 0,-1-2 0,1-2 0,0-1 0,-53-25 0,82 34 0,0-1 0,0 0 0,0 0 0,0 0 0,0-1 0,1 0 0,-1 0 0,1 0 0,0 0 0,0-1 0,1 1 0,-1-1 0,1 0 0,0 0 0,1 0 0,-1 0 0,1-1 0,-4-10 0,5 8 0,0 1 0,0-1 0,0 0 0,1 0 0,1 1 0,-1-1 0,1 0 0,0 1 0,1-1 0,-1 0 0,2 1 0,-1 0 0,7-13 0,4-3 0,0 2 0,1 0 0,2 1 0,19-21 0,18-23 0,-52 62 0,22-30 0,2 1 0,0 1 0,48-43 0,-65 66 0,1 1 0,0-1 0,0 1 0,0 1 0,1 0 0,-1 0 0,1 1 0,0 0 0,1 0 0,-1 1 0,1 1 0,-1 0 0,1 0 0,0 1 0,0 1 0,0-1 0,-1 2 0,15 1 0,1 4 0,0 0 0,0 2 0,-1 1 0,0 1 0,-1 1 0,0 1 0,0 1 0,-2 1 0,1 1 0,-2 1 0,0 1 0,26 29 0,-42-40 0,0-1 0,-1 1 0,0 0 0,-1 1 0,1-1 0,-1 1 0,-1 0 0,1-1 0,-1 1 0,0 0 0,1 13 0,-1-2 0,0 0 0,-2 0 0,-2 27 0,0-33 0,0 0 0,-1 0 0,0 0 0,-1 0 0,-1 0 0,-7 13 0,1-2 0,-2-2 0,-16 22 0,23-36 0,0 0 0,0-1 0,-1 1 0,0-1 0,-1 0 0,1-1 0,-1 0 0,0 0 0,0-1 0,-1 0 0,1 0 0,-1-1 0,0 0 0,0 0 0,-17 2 0,-9-1 0,0-2 0,-67-3 0,56-1 0,-34 1 0,-104-5 0,156 3 0,0-1 0,0-1 0,1-2 0,-40-14 0,62 19 0,0 0 0,0-1 0,0 1 0,0-1 0,0-1 0,1 1 0,-1 0 0,1-1 0,-6-6 0,9 9 0,0-1 0,0 1 0,0-1 0,0 1 0,0-1 0,1 0 0,-1 1 0,0-1 0,1 0 0,-1 1 0,1-1 0,-1 0 0,1 0 0,0 0 0,0 1 0,0-1 0,0 0 0,0 0 0,0 0 0,1 1 0,-1-1 0,1 0 0,-1 0 0,1 1 0,-1-1 0,1 0 0,0 1 0,0-1 0,0 1 0,0-1 0,0 1 0,2-2 0,10-11 0,1 1 0,1 0 0,0 1 0,1 1 0,18-11 0,21-15 0,79-78 0,17-12 0,-141 120 0,0 0 0,0 0 0,1 1 0,0 1 0,0-1 0,1 2 0,0 0 0,0 0 0,0 1 0,0 1 0,0-1 0,0 2 0,1 0 0,-1 1 0,0 0 0,1 0 0,-1 2 0,0-1 0,19 6 0,89 35 0,-7-2 0,-98-35 0,1 1 0,-1 0 0,-1 1 0,1 1 0,-1 0 0,0 1 0,-1 1 0,0 0 0,-1 0 0,16 18 0,-23-22 0,0 1 0,0 0 0,0 0 0,-1 0 0,0 0 0,-1 1 0,1-1 0,-1 1 0,3 13 0,-5-14 0,0-1 0,-1 0 0,1 1 0,-1-1 0,-1 1 0,1-1 0,-1 1 0,0-1 0,-1 0 0,1 0 0,-1 1 0,-1-1 0,-4 9 0,2-5 0,0-1 0,-1 0 0,0 0 0,-1-1 0,0 0 0,0 0 0,-1-1 0,0 0 0,0 0 0,-1-1 0,0 0 0,0 0 0,-19 8 0,10-7 0,1-1 0,-1-1 0,-1 0 0,1-1 0,-1-1 0,1-1 0,-23 0 0,-240-5 0,71 0 0,198 3 0,0 0 0,0-1 0,-1 0 0,1-1 0,0-1 0,-23-7 0,32 9 0,-1-1 0,1 0 0,0 1 0,0-1 0,0 0 0,0 0 0,0-1 0,0 1 0,1-1 0,-1 1 0,1-1 0,0 0 0,0 0 0,0 0 0,0 0 0,0 0 0,0-1 0,1 1 0,0 0 0,-1-1 0,1 1 0,1-1 0,-1 1 0,0-1 0,1 0 0,0 1 0,0-1 0,0-4 0,1 1 0,0 0 0,1-1 0,-1 1 0,2 0 0,-1-1 0,1 1 0,0 1 0,0-1 0,5-7 0,7-9 0,20-23 0,210-219 0,-163 181 0,-68 73 0,0-1 0,0 1 0,1 1 0,0 1 0,1 0 0,0 1 0,0 1 0,1 0 0,0 1 0,0 1 0,1 1 0,-1 0 0,1 1 0,0 1 0,0 1 0,0 0 0,0 2 0,0 0 0,22 4 0,-30-2 0,0 1 0,0 0 0,0 0 0,-1 1 0,1 0 0,-1 1 0,0 0 0,-1 0 0,1 1 0,7 9 0,14 14 0,29 40 0,-50-60 0,-2-1 0,-1 0 0,0 0 0,0 0 0,-1 0 0,0 1 0,7 20 0,-10-24 0,-1 0 0,0 1 0,0-1 0,0 1 0,-1-1 0,0 1 0,0-1 0,0 1 0,-1-1 0,0 1 0,0-1 0,-5 12 0,-4 8 0,-2 0 0,0-1 0,-2 0 0,-30 41 0,11-25 0,-62 60 0,65-73 0,-1-1 0,-1-2 0,-60 36 0,79-55 0,0 0 0,-1 0 0,1-2 0,-1 1 0,0-2 0,0 0 0,-19 2 0,13-3 0,0-2 0,-1 0 0,1 0 0,-31-7 0,29 2 0,1-2 0,-1 0 0,2-2 0,-1 0 0,1-1 0,-23-16 0,38 22 0,-1 0 0,1 0 0,0-1 0,0 1 0,1-1 0,-1 0 0,1 0 0,0-1 0,0 1 0,1-1 0,0 0 0,0 0 0,0 0 0,1 0 0,-1 0 0,2-1 0,-3-10 0,1-2 0,2 0 0,0 0 0,1 0 0,0 0 0,5-20 0,-3 28 0,0 0 0,1 0 0,1 0 0,0 1 0,0-1 0,1 1 0,0 0 0,1 0 0,8-10 0,11-13 0,35-34 0,-54 60 0,61-68 0,50-51 0,-94 104 0,1 1 0,1 1 0,37-23 0,-47 35 0,-1 1 0,1 1 0,0 0 0,1 1 0,-1 1 0,1 0 0,0 1 0,0 1 0,0 0 0,0 1 0,30 3 0,-19 1 0,-1 0 0,1 2 0,-1 1 0,0 1 0,0 2 0,32 14 0,-48-17 0,0 0 0,0 0 0,0 0 0,-1 2 0,0-1 0,13 15 0,42 56 0,-22-24 0,-35-46 0,-1 0 0,0 1 0,-1 0 0,1 0 0,-2 0 0,1 0 0,-1 1 0,-1 0 0,0 0 0,3 14 0,-4-11 0,-1 0 0,-1 0 0,0 1 0,0-1 0,-2 0 0,0 0 0,-6 23 0,4-21 0,-1-1 0,0 0 0,-1 0 0,-1-1 0,0 1 0,0-1 0,-2-1 0,-10 14 0,-4-1 0,-1-1 0,-41 33 0,31-29 0,-78 59 0,96-77 0,-1 0 0,1-1 0,-2-1 0,1-1 0,-28 9 0,7-7 0,1-2 0,-1-1 0,-48 0 0,61-5 0,0-1 0,-1-2 0,1-1 0,0-1 0,-47-13 0,53 9 0,1 0 0,0-1 0,0-1 0,1-1 0,0 0 0,1-1 0,0-1 0,1-1 0,0 0 0,-13-18 0,24 28 0,1 0 0,0 0 0,0 0 0,1 0 0,-1-1 0,1 0 0,0 1 0,0-1 0,1 0 0,-1 0 0,1 0 0,0 0 0,0 0 0,1 0 0,0 0 0,0 0 0,0 0 0,0-1 0,1 1 0,0 0 0,0 0 0,0 0 0,0 1 0,1-1 0,0 0 0,0 0 0,0 1 0,1-1 0,0 1 0,-1 0 0,2 0 0,-1 0 0,0 0 0,7-5 0,22-18 0,2 3 0,1 0 0,1 2 0,40-17 0,-29 19 0,0 2 0,1 2 0,1 3 0,1 1 0,51-5 0,-7 9 0,-1 3 0,99 7 0,-39 1 0,-141-3 0,-1 1 0,1 0 0,0 1 0,-1 0 0,0 1 0,1 0 0,-1 0 0,0 2 0,19 9 0,-24-10 0,0-1 0,-1 1 0,0 0 0,0 0 0,0 0 0,0 1 0,-1 0 0,1 0 0,-1 0 0,0 1 0,-1-1 0,0 1 0,0 0 0,0 0 0,0 0 0,-1 0 0,0 0 0,2 12 0,0 16 0,-3 1 0,-3 55 0,0-36 0,2-44 0,-1 1 0,-3 18 0,3-26 0,0 0 0,0 0 0,0 1 0,-1-1 0,1 0 0,-1 0 0,0 0 0,0 0 0,0 0 0,0-1 0,0 1 0,-4 3 0,-6 3 0,-1 0 0,0 0 0,0-2 0,-1 0 0,0 0 0,0-1 0,0-1 0,-1 0 0,-23 4 0,7-4 0,0-1 0,-1-1 0,-50-2 0,69-2 0,0 0 0,0 0 0,0-2 0,1 1 0,-1-2 0,1 0 0,-1 0 0,-18-10 0,27 11 0,-1 1 0,1-1 0,0 0 0,0 0 0,1 0 0,-1 0 0,1 0 0,0-1 0,-1 0 0,2 0 0,-1 0 0,0 0 0,1 0 0,0 0 0,0-1 0,0 1 0,0-1 0,1 0 0,0 1 0,0-1 0,0 0 0,0 0 0,1 0 0,0 1 0,0-11 0,2 7 0,0-1 0,0 1 0,0 0 0,1 0 0,1 0 0,-1 0 0,1 0 0,1 1 0,-1-1 0,1 1 0,0 0 0,1 1 0,11-12 0,2 0 0,1 2 0,1 0 0,32-18 0,-29 21 0,0 1 0,1 1 0,0 1 0,1 1 0,0 2 0,0 1 0,1 0 0,35-1 0,28 2 0,106 9 0,-45 0 0,-48-5 0,110 3 0,-196 1 0,0 1 0,0 0 0,-1 1 0,0 1 0,0 1 0,-1 0 0,16 9 0,-15-7 0,0-1 0,0 0 0,1-1 0,0-1 0,0-1 0,25 5 0,5-9 0,-38-2 0,0 1 0,0 0 0,0 1 0,0 0 0,0 0 0,0 1 0,9 3 0,-17-5 0,0 1 0,1-1 0,-1 0 0,0 1 0,0-1 0,0 1 0,0 0 0,0-1 0,0 1 0,0 0 0,0 0 0,0 0 0,0 0 0,0-1 0,0 1 0,0 0 0,-1 0 0,1 1 0,0-1 0,-1 0 0,1 0 0,-1 0 0,1 0 0,-1 1 0,0-1 0,1 0 0,-1 0 0,0 1 0,0-1 0,0 0 0,0 0 0,0 1 0,0-1 0,0 0 0,0 0 0,-1 1 0,1-1 0,0 0 0,-1 0 0,1 1 0,-1-1 0,1 0 0,-2 2 0,-1 1 0,0 0 0,0 0 0,-1 0 0,1 0 0,-1-1 0,1 0 0,-1 1 0,0-1 0,-7 3 0,0 0 0,-5 2 0,0 1 0,1 0 0,0 1 0,1 1 0,-16 14 0,27-22 0,1-1 0,0 1 0,0 0 0,0 0 0,0 0 0,0 0 0,1 0 0,-1 0 0,1 0 0,0 0 0,0 0 0,0 1 0,0-1 0,0 5 0,1-5 0,1 0 0,-1 1 0,1-1 0,-1 0 0,1 1 0,0-1 0,0 0 0,1 0 0,-1 0 0,1 0 0,-1 0 0,1 0 0,0 0 0,0-1 0,1 1 0,-1-1 0,4 4 0,3 2 0,0-1 0,0 1 0,1-2 0,0 1 0,0-1 0,1-1 0,0 0 0,20 7 0,-23-10 0,0 0 0,0 0 0,0-1 0,0 1 0,0-2 0,0 1 0,0-1 0,0-1 0,1 1 0,-1-1 0,0-1 0,0 1 0,12-6 0,-16 5 0,0 0 0,-1 0 0,1 0 0,-1-1 0,0 1 0,0-1 0,0 0 0,0 0 0,0 0 0,-1 0 0,0-1 0,1 1 0,-1-1 0,0 1 0,0-1 0,-1 0 0,1 0 0,-1 0 0,0 0 0,0 0 0,0-5 0,2-10 0,-2 0 0,0 0 0,-2-26 0,0 24 0,-4-446 0,5 451 0,0 34 0,1 1 0,0 0 0,2 0 0,0-1 0,1 1 0,1-1 0,1 0 0,0-1 0,1 1 0,1-1 0,1-1 0,0 1 0,1-1 0,1-1 0,22 25 0,-18-22 0,17 25 0,1 0 0,6 16 0,-9-13 0,-28-45 0,-1 1 0,0 0 0,0 0 0,0-1 0,0 1 0,0 0 0,0 0 0,1 4 0,-2-5 0,0-1 0,0 1 0,0 0 0,0-1 0,0 1 0,0-1 0,0 1 0,0-1 0,0 1 0,-1-1 0,1 1 0,0 0 0,0-1 0,0 1 0,-1-1 0,1 1 0,0-1 0,-1 1 0,1-1 0,0 0 0,-1 1 0,0 0 0,-2 0 0,0 1 0,0-1 0,0 0 0,0 0 0,0 0 0,0 0 0,0 0 0,-1-1 0,1 0 0,-6 0 0,-256 0 0,125-4 0,78 3 0,-93 3 0,146-1 0,1 0 0,0 1 0,0 0 0,0 0 0,0 1 0,0 0 0,-11 6 0,-3 4 0,-22 17 0,24-16 0,-31 17 0,28-19 0,-1-2 0,0-1 0,0 0 0,-1-2 0,-1-1 0,1-1 0,-1-1 0,-35 0 0,-283-4 0,137-2 0,200 2 0,1 0 0,-1 0 0,0-1 0,1 0 0,-1 0 0,1 0 0,0-1 0,-11-4 0,14 4 0,0 0 0,0 1 0,1-1 0,-1 0 0,1-1 0,0 1 0,-1 0 0,1-1 0,0 1 0,1-1 0,-1 0 0,0 0 0,1 1 0,-1-1 0,1 0 0,0 0 0,0-1 0,0 1 0,0 0 0,0-3 0,-4-35 0,4 30 0,0 0 0,-1 0 0,0 0 0,-7-19 0,7 26 0,0 0 0,0 1 0,0-1 0,0 1 0,-1 0 0,1-1 0,-1 1 0,0 0 0,0 1 0,0-1 0,0 0 0,-1 1 0,1 0 0,0 0 0,-1 0 0,0 0 0,-5-2 0,-3 0 0,0 1 0,0 0 0,0 1 0,-1 0 0,-15 0 0,-66 5 0,39-1 0,-316 0 0,247-2 0,108 1 0,0 0 0,1 1 0,-1 1 0,0 0 0,1 1 0,0 1 0,-17 7 0,-12 8 0,-41 27 0,80-43 0,-2-1 0,1 1 0,-1 1 0,1-1 0,0 1 0,1 0 0,-1 1 0,1-1 0,0 1 0,-6 10 0,8-12 0,1 0 0,1 0 0,-1 0 0,0 0 0,1 0 0,0 1 0,0-1 0,0 0 0,1 1 0,-1-1 0,1 0 0,0 1 0,0-1 0,1 1 0,-1-1 0,1 1 0,2 6 0,0-5 0,-1 0 0,1 0 0,1 0 0,-1 0 0,1-1 0,0 0 0,0 0 0,1 0 0,-1 0 0,1-1 0,0 1 0,0-1 0,1 0 0,6 3 0,5 3 0,0-1 0,1-1 0,30 10 0,-30-13 0,1 0 0,0-1 0,0-1 0,23 1 0,-31-4 0,1 0 0,-1-1 0,1 0 0,-1 0 0,0-1 0,0-1 0,1 0 0,12-6 0,30-14 0,58-17 0,-86 32 0,1 2 0,0 1 0,1 1 0,38 0 0,-23 4 0,-19 1 0,-1-1 0,1-1 0,-1-1 0,0-1 0,0-1 0,42-13 0,-51 11 0,-1-1 0,0-1 0,0 0 0,0 0 0,-1-2 0,13-12 0,20-15 0,-25 25 0,0 1 0,0 1 0,1 1 0,0 0 0,1 2 0,44-10 0,5-2 0,-48 13 0,2 1 0,-1 1 0,43-2 0,77 7 0,-61 1 0,517-2 0,-593 0 0,-1 0 0,1 0 0,-1 1 0,1 0 0,-1 0 0,1 0 0,-1 1 0,11 4 0,-14-4 0,-1 0 0,1 0 0,0 0 0,-1 0 0,0 0 0,1 0 0,-1 0 0,0 1 0,0-1 0,0 1 0,-1 0 0,1 0 0,0-1 0,-1 1 0,0 0 0,0 0 0,0 0 0,0 1 0,0-1 0,0 3 0,2 23 0,-1-1 0,-2 1 0,-3 40 0,0-11 0,3-49 0,-1 0 0,0 1 0,0-1 0,0 0 0,-2 0 0,1 0 0,-1 0 0,0 0 0,-1 0 0,0-1 0,0 1 0,-1-1 0,0 0 0,0-1 0,-1 1 0,-8 7 0,-48 56 0,38-42 0,-37 34 0,52-54 0,-1-1 0,0-1 0,-1 0 0,0 0 0,0-1 0,0 0 0,-24 8 0,20-10 0,0 0 0,-25 2 0,34-5 0,1-1 0,-1 0 0,0 0 0,1 0 0,-1-1 0,0 0 0,1 0 0,-1 0 0,1 0 0,-6-3 0,9 3 0,0-1 0,0 1 0,1 0 0,-1 0 0,1-1 0,-1 1 0,1-1 0,0 1 0,0-1 0,-1 0 0,1 1 0,0-1 0,0 0 0,1 0 0,-1 0 0,0 0 0,1 0 0,-1 0 0,1 0 0,-1-4 0,0-5 0,1 0 0,1-21 0,0-5 0,-1 33 0,-1 0 0,0-1 0,0 1 0,0 0 0,-1 0 0,1 0 0,-1 0 0,0 0 0,0 0 0,0 0 0,-1 1 0,1-1 0,-1 1 0,0-1 0,0 1 0,0 0 0,-6-4 0,-1 0 0,0 1 0,-1 1 0,1 0 0,-1 0 0,-17-4 0,-85-38 0,76 31 0,-67-22 0,74 32 0,0 0 0,0 3 0,-1 0 0,0 2 0,1 2 0,-32 4 0,54-4 0,-1 1 0,1 0 0,0 0 0,0 1 0,0 0 0,0 1 0,1 0 0,0 0 0,-1 1 0,1-1 0,1 2 0,-11 8 0,-11 9 0,20-18 0,1-1 0,-1 0 0,1-1 0,-1 1 0,0-1 0,-1-1 0,1 0 0,0 0 0,-1 0 0,-11 0 0,-14 0 0,-43-4 0,40 0 0,14 3 0,22 0 0,5 1 0,37 6 0,47 5 0,111 0 0,93-15 0,-105 0 0,366 2 0,-517-2 0,0-2 0,60-14 0,-53 9 0,-39 8-124,1 0 0,-1 0 0,1-1 0,-1 1 0,0-1 0,0 0-1,0 0 1,0-1 0,0 1 0,4-5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9:27:42.79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743 1145 24575,'-1'-39'0,"0"17"0,1 0 0,4-30 0,-3 46 0,1-1 0,-1 0 0,1 1 0,0 0 0,1-1 0,-1 1 0,1 0 0,1 0 0,-1 1 0,1-1 0,0 1 0,5-6 0,1 0 0,1 0 0,0 1 0,1 0 0,0 1 0,0 0 0,1 1 0,23-11 0,-31 17 0,0 0 0,1 0 0,-1 1 0,0 0 0,1 0 0,-1 0 0,1 0 0,0 1 0,-1 0 0,1 0 0,-1 1 0,1 0 0,-1 0 0,1 0 0,-1 0 0,0 1 0,1 0 0,-1 0 0,0 0 0,0 1 0,0-1 0,-1 1 0,1 1 0,4 3 0,0 1 0,-2 0 0,1 1 0,-1 0 0,0 0 0,-1 0 0,0 1 0,0 0 0,-1 0 0,0 1 0,-1-1 0,0 1 0,4 21 0,-4-9 0,0 0 0,-2 0 0,-1 0 0,0 0 0,-4 32 0,0-32 0,0 0 0,-2 0 0,0 0 0,-1-1 0,-15 34 0,17-48 0,1-1 0,-2 1 0,1-1 0,-1 1 0,0-1 0,-1-1 0,1 1 0,-1-1 0,-1 0 0,1 0 0,-1-1 0,0 0 0,0 0 0,-1 0 0,1-1 0,-1 0 0,0-1 0,-8 3 0,-1-2 0,-1 0 0,1-1 0,0-1 0,-1-1 0,1-1 0,-27-2 0,32 1 0,0-1 0,0 0 0,0 0 0,0-2 0,1 1 0,0-2 0,-1 1 0,2-2 0,-1 1 0,-13-10 0,17 8 0,0 1 0,0-1 0,0-1 0,1 1 0,1-1 0,-1 0 0,1-1 0,0 1 0,1-1 0,0 0 0,1 0 0,-1 0 0,2-1 0,-1 1 0,0-13 0,-1-3 0,2 1 0,1-1 0,1 0 0,7-47 0,-4 57 0,1 1 0,0-1 0,1 0 0,1 1 0,8-15 0,-6 11 0,0 1 0,8-29 0,-15 38 0,2-1 0,-1 1 0,1 0 0,0 0 0,8-14 0,-9 19 0,1 0 0,-1 1 0,1-1 0,-1 1 0,1-1 0,0 1 0,0 0 0,0 0 0,0 0 0,0 1 0,0-1 0,0 1 0,1-1 0,-1 1 0,0 0 0,1 0 0,3 0 0,-4 0 0,1 0 0,-1 1 0,1-1 0,-1 1 0,1 0 0,-1 0 0,1 0 0,0 0 0,-1 1 0,1-1 0,-1 1 0,0 0 0,1 0 0,-1 0 0,0 0 0,1 1 0,-1-1 0,0 1 0,0 0 0,0 0 0,0 0 0,-1 1 0,1-1 0,-1 0 0,1 1 0,-1 0 0,0-1 0,0 1 0,0 0 0,0 0 0,0 1 0,-1-1 0,0 0 0,1 0 0,-1 1 0,0-1 0,1 7 0,-1-5 0,-1-1 0,1 1 0,-1-1 0,1 1 0,-1-1 0,-1 1 0,1 0 0,-1-1 0,1 1 0,-1-1 0,-1 0 0,1 1 0,-1-1 0,1 0 0,-4 6 0,1-4 0,0-1 0,0 0 0,0 0 0,-1 0 0,1-1 0,-1 1 0,0-1 0,0-1 0,-11 7 0,0-2 0,1-1 0,-1-1 0,0 0 0,-1-2 0,1 1 0,-1-2 0,-26 2 0,15-3 0,1-2 0,-1-2 0,0 0 0,0-1 0,1-2 0,-1-1 0,1-1 0,1-2 0,-1 0 0,2-2 0,-1 0 0,-37-25 0,57 32 0,1 0 0,0-1 0,-1 0 0,2 0 0,-1 0 0,0 0 0,1-1 0,0 0 0,1 0 0,-1 0 0,1 0 0,0 0 0,0-1 0,1 0 0,0 1 0,0-1 0,1 0 0,0 0 0,0 0 0,0 0 0,1 0 0,0 0 0,1 0 0,-1 0 0,1 0 0,1 0 0,-1 0 0,1 0 0,1 1 0,-1-1 0,1 1 0,0-1 0,4-6 0,23-34 0,-17 27 0,-1 0 0,12-28 0,-23 46 0,-1 1 0,1-1 0,-1 1 0,1-1 0,0 1 0,-1-1 0,1 1 0,0-1 0,0 1 0,0 0 0,0-1 0,0 1 0,0 0 0,1 0 0,-1 0 0,0 0 0,1 0 0,1-1 0,-2 2 0,0 0 0,1 1 0,-1-1 0,0 0 0,1 1 0,-1-1 0,0 1 0,0 0 0,1-1 0,-1 1 0,0 0 0,0 0 0,0 0 0,0 0 0,0 0 0,0 0 0,0 0 0,0 0 0,-1 0 0,1 0 0,1 2 0,18 24 0,-11-14 0,0 0 0,1-1 0,21 20 0,30 15 0,25 24 0,-59-52 0,-21-15 0,-1 0 0,1 0 0,-1 0 0,1 0 0,8 11 0,-13-14 0,0 0 0,-1 1 0,1-1 0,0 0 0,-1 1 0,1-1 0,-1 1 0,1-1 0,-1 0 0,0 1 0,0-1 0,1 1 0,-1-1 0,0 1 0,0-1 0,0 1 0,-1-1 0,1 1 0,0-1 0,-1 1 0,1-1 0,0 1 0,-1-1 0,0 0 0,1 1 0,-1-1 0,0 0 0,0 0 0,0 1 0,0-1 0,0 0 0,-1 1 0,-2 2 0,-1 0 0,0 0 0,0 0 0,0-1 0,0 0 0,0 0 0,-1-1 0,1 1 0,-1-1 0,0 0 0,1-1 0,-10 2 0,-7 1 0,1-2 0,-27 1 0,27-3 0,-1-2 0,1 0 0,0-1 0,0-1 0,0-2 0,0 1 0,1-2 0,0-1 0,0-1 0,1 0 0,0-1 0,1-1 0,0-1 0,1-1 0,0 0 0,1-1 0,0-1 0,1-1 0,1 0 0,1 0 0,-14-23 0,24 34 0,0 0 0,0 0 0,1-1 0,0 1 0,0-1 0,0 0 0,0 1 0,0-10 0,2 12 0,0 1 0,0-1 0,0 0 0,0 0 0,1 0 0,-1 1 0,1-1 0,0 0 0,0 0 0,0 1 0,0-1 0,0 1 0,0-1 0,1 1 0,-1-1 0,1 1 0,0 0 0,0 0 0,4-4 0,8-6 0,1 1 0,1 1 0,0 0 0,0 2 0,1-1 0,0 2 0,20-6 0,129-30 0,-22 16 0,92-20 0,-195 38 0,-1 2 0,54-4 0,-77 11 0,0 0 0,0 1 0,0 0 0,-1 2 0,1 0 0,0 1 0,-1 0 0,21 9 0,-12 0 0,0 1 0,44 31 0,-36-22 0,-29-21 0,-1 0 0,0 1 0,1-1 0,-1 1 0,0-1 0,-1 1 0,1 0 0,0 0 0,2 5 0,-5-8 0,0 0 0,1 1 0,-1-1 0,0 0 0,0 0 0,0 0 0,0 0 0,0 0 0,0 0 0,0 1 0,0-1 0,0 0 0,0 0 0,0 0 0,0 0 0,0 0 0,0 1 0,0-1 0,0 0 0,0 0 0,0 0 0,0 0 0,0 0 0,0 0 0,0 1 0,0-1 0,0 0 0,-1 0 0,1 0 0,0 0 0,0 0 0,0 0 0,0 0 0,0 1 0,0-1 0,0 0 0,0 0 0,-1 0 0,1 0 0,0 0 0,0 0 0,0 0 0,0 0 0,0 0 0,0 0 0,-1 0 0,1 0 0,0 0 0,0 0 0,0 0 0,0 0 0,0 0 0,-1 0 0,1 0 0,0 0 0,0 0 0,0 0 0,0 0 0,0 0 0,0 0 0,-1 0 0,1 0 0,0 0 0,-12-4 0,10 3 0,-106-43 0,-53-19 0,156 61 0,0 0 0,0-1 0,0 0 0,0 0 0,0 0 0,0 0 0,1-1 0,0 0 0,0 0 0,0 0 0,0 0 0,0 0 0,1-1 0,0 0 0,0 0 0,-5-9 0,7 10 0,-1 0 0,1-1 0,0 1 0,0 0 0,0 0 0,0 0 0,1-1 0,0 1 0,0 0 0,0-1 0,0 1 0,1 0 0,-1-1 0,1 1 0,0 0 0,1 0 0,-1 0 0,1 0 0,-1 0 0,1 0 0,0 0 0,1 0 0,2-3 0,1 0 0,1 1 0,0 0 0,0 0 0,0 0 0,1 1 0,0 0 0,0 1 0,14-7 0,77-24 0,-69 25 0,54-17 0,100-19 0,-175 44 0,0 0 0,1 1 0,0 1 0,-1 0 0,1 0 0,-1 0 0,1 1 0,14 4 0,-18-3 0,0 0 0,-1 0 0,0 1 0,1-1 0,-1 1 0,0 1 0,0-1 0,-1 1 0,1-1 0,-1 1 0,1 1 0,-1-1 0,-1 1 0,1-1 0,3 6 0,-1 3 0,1-1 0,-2 1 0,0 0 0,0 0 0,-1 1 0,-1-1 0,0 1 0,2 27 0,-3 12 0,-4 53 0,0-65 0,1 1 0,1-6 0,-2 1 0,-1-1 0,-2 0 0,-17 69 0,6-62 0,-2-1 0,-1-1 0,-2-1 0,-2 0 0,-28 36 0,6-19 0,-1-3 0,-77 70 0,110-112 0,0-1 0,-1-1 0,0 0 0,-1-1 0,0-1 0,0 0 0,-1 0 0,0-2 0,0 0 0,-1-1 0,-24 4 0,33-8 0,0 0 0,0 0 0,1-1 0,-1 0 0,0 0 0,0-1 0,1 0 0,-1 0 0,0-1 0,1 0 0,0 0 0,-1-1 0,1 0 0,0 0 0,0-1 0,1 0 0,-1 0 0,1-1 0,-1 1 0,2-1 0,-1-1 0,0 1 0,1-1 0,0 0 0,0 0 0,1 0 0,-4-9 0,5 11 0,1 0 0,1-1 0,-1 1 0,1 0 0,0-1 0,0 0 0,0 1 0,0-1 0,1 0 0,0 1 0,0-1 0,0 0 0,0 1 0,1-1 0,0 0 0,0 1 0,0-1 0,4-7 0,1-2 0,1 0 0,0 1 0,1 0 0,16-20 0,7-5 0,2 1 0,50-43 0,85-58 0,-118 98 0,176-158 0,-217 188 0,0 1 0,1 1 0,1-1 0,18-11 0,-22 16 0,0 1 0,0 0 0,0 0 0,1 1 0,-1 0 0,1 0 0,-1 1 0,1 0 0,10-1 0,11 1 0,-1 2 0,0 0 0,0 2 0,32 7 0,-50-8 0,-1 1 0,0 0 0,0 0 0,0 1 0,0 0 0,-1 0 0,1 1 0,-1 1 0,0-1 0,-1 1 0,0 1 0,1-1 0,-2 1 0,1 0 0,9 15 0,-7-8 0,-1 1 0,-1 0 0,0 0 0,-1 1 0,-1 0 0,-1 0 0,0 0 0,0 0 0,-2 1 0,1 19 0,-3-16 0,-1 1 0,0 0 0,-2 0 0,0-1 0,-1 1 0,-2-1 0,-12 33 0,10-34 0,-2 0 0,0-1 0,0 0 0,-2-1 0,0-1 0,-1 1 0,-1-2 0,-1 0 0,0-1 0,0 0 0,-1-1 0,-1-1 0,-1 0 0,1-2 0,-2 0 0,1-1 0,-1 0 0,-32 8 0,34-12 0,-1-1 0,0-1 0,0-1 0,0 0 0,0-2 0,0 0 0,0 0 0,0-2 0,0 0 0,0-2 0,0 1 0,0-2 0,1-1 0,-23-10 0,20 7 0,1 0 0,0-2 0,1 0 0,-21-16 0,35 23 0,0 1 0,0 0 0,1-1 0,-1 0 0,1 0 0,-1 0 0,1 0 0,1 0 0,-1-1 0,1 1 0,-1-1 0,1 0 0,0 1 0,1-1 0,-1 0 0,1 0 0,0-1 0,1 1 0,-1 0 0,1 0 0,0 0 0,0 0 0,1-7 0,2 1 0,1-1 0,0 1 0,0 0 0,1 1 0,0-1 0,1 1 0,14-18 0,59-64 0,-61 72 0,219-229 0,-224 237 0,0-1 0,1 2 0,0 0 0,30-18 0,-34 25 0,0-1 0,-1 2 0,2-1 0,-1 1 0,0 1 0,1 0 0,-1 0 0,1 1 0,18 0 0,-12 2 0,-1 1 0,1 1 0,0 0 0,-1 1 0,1 0 0,-1 2 0,0 0 0,-1 1 0,1 0 0,-1 1 0,-1 1 0,19 14 0,-21-14 0,1 0 0,0-1 0,0 0 0,1-1 0,0-1 0,1 0 0,0-1 0,-1 0 0,22 3 0,-28-6 0,0 0 0,0 0 0,0 1 0,-1 0 0,1 0 0,-1 1 0,0 0 0,0 0 0,0 1 0,7 6 0,-5-3 0,-1 1 0,0 0 0,-1 0 0,1 1 0,-2-1 0,8 15 0,-2-2 0,-2 0 0,0 0 0,-1 1 0,6 27 0,-13-41 0,0 1 0,0 0 0,-1 0 0,0 0 0,-1 0 0,0 0 0,-1-1 0,0 1 0,-1 0 0,0 0 0,0 0 0,-7 17 0,7-23 0,0-1 0,0 0 0,0 0 0,0 0 0,0 0 0,-1 0 0,1 0 0,-1-1 0,1 1 0,-1-1 0,0 0 0,0 0 0,-1 0 0,-2 2 0,0-1 0,-1-1 0,1 0 0,-1 0 0,1 0 0,-1-1 0,0 0 0,-8 1 0,4-2 0,-1 0 0,1-1 0,0 0 0,-1 0 0,1-1 0,0-1 0,0 0 0,-20-9 0,25 9 0,0-1 0,1 1 0,-1-1 0,1 0 0,-1-1 0,1 1 0,1-1 0,-1 0 0,1-1 0,0 1 0,0-1 0,0 1 0,1-1 0,-6-13 0,8 15 0,-1-1 0,1 1 0,0-1 0,0 0 0,0 0 0,1 1 0,-1-1 0,1 0 0,0 0 0,1 0 0,-1 0 0,1 1 0,0-1 0,0 0 0,1 1 0,-1-1 0,1 0 0,0 1 0,0 0 0,1 0 0,4-8 0,6-3 0,0 1 0,1 0 0,1 1 0,0 0 0,1 2 0,0-1 0,22-10 0,4 0 0,84-29 0,-111 45 0,2 1 0,-1 0 0,0 1 0,1 1 0,33-1 0,-45 4 0,1 0 0,-1 0 0,1 1 0,-1 0 0,0 0 0,1 0 0,-1 1 0,0 0 0,0 0 0,0 0 0,0 0 0,0 1 0,0 0 0,-1 0 0,1 0 0,-1 1 0,0 0 0,0-1 0,0 1 0,-1 1 0,1-1 0,2 5 0,2 6 0,0 1 0,-1 0 0,0 0 0,-1 1 0,-1-1 0,-1 1 0,3 18 0,6 122 0,-12-132 0,-1 1 0,-1-1 0,-1 0 0,-2 0 0,-10 41 0,12-57 0,-1 0 0,0-1 0,0 1 0,-1-1 0,0 0 0,-1 0 0,0-1 0,0 1 0,0-1 0,-1 0 0,0 0 0,-1-1 0,1 0 0,-1 0 0,-1 0 0,1-1 0,-1 0 0,1-1 0,-10 4 0,9-5 0,1-1 0,0-1 0,-1 0 0,1 0 0,-1 0 0,0-1 0,1 0 0,-1 0 0,1-1 0,-1 0 0,1 0 0,-1-1 0,1 0 0,0 0 0,0-1 0,0 0 0,0 0 0,0-1 0,-7-4 0,-13-10 0,1-1 0,1-1 0,-25-25 0,41 37 0,-30-27 0,14 15 0,-38-43 0,57 56 0,0 0 0,1 0 0,0-1 0,0 1 0,1-1 0,0 0 0,0-1 0,1 1 0,0-1 0,-3-17 0,3-10 0,2 1 0,5-64 0,0 30 0,-4 62 0,1-1 0,-1 1 0,1-1 0,1 1 0,-1 0 0,1 0 0,1-1 0,-1 1 0,1 1 0,7-13 0,-7 15 0,0 0 0,1 0 0,-1 0 0,1 1 0,0 0 0,0-1 0,0 1 0,1 0 0,-1 1 0,1-1 0,-1 1 0,1 0 0,0 0 0,0 1 0,0-1 0,9-1 0,27-2 0,1 2 0,0 1 0,56 6 0,-21-1 0,-52-2 0,1 1 0,-1 0 0,49 14 0,-63-13 0,-1 0 0,0 1 0,0 0 0,0 0 0,-1 1 0,0 1 0,0 0 0,0 0 0,0 0 0,-1 1 0,0 1 0,8 9 0,-13-13 0,0 0 0,0 1 0,-1 0 0,1-1 0,-1 1 0,0 0 0,0 1 0,0-1 0,-1 0 0,0 0 0,1 10 0,-2-12 0,0 1 0,0-1 0,0 1 0,-1-1 0,1 1 0,-1-1 0,0 1 0,0-1 0,0 0 0,0 1 0,-1-1 0,1 0 0,-1 0 0,0 0 0,0 0 0,0 0 0,0 0 0,0-1 0,-4 4 0,-4 2 0,0-1 0,0 0 0,-1 0 0,0-1 0,0 0 0,-20 6 0,-4-1 0,-40 7 0,-14-2 0,-148 7 0,-96-17 0,297-6 0,21 0 0,-191-4 0,161 1 0,1-2 0,-66-16 0,98 18 0,1 0 0,0-1 0,0-1 0,-11-5 0,20 9 0,0 0 0,0 0 0,1 0 0,-1 0 0,0 0 0,0-1 0,1 1 0,-1-1 0,0 1 0,1-1 0,0 0 0,-1 0 0,1 0 0,0 1 0,0-1 0,0 0 0,0 0 0,0-1 0,0 1 0,1 0 0,-1 0 0,1 0 0,-1 0 0,1-1 0,0 1 0,0 0 0,0 0 0,0-3 0,4-3 0,-1 0 0,1 0 0,0 0 0,0 1 0,1 0 0,0-1 0,1 2 0,-1-1 0,1 0 0,10-7 0,19-18 0,1 1 0,58-38 0,87-42 0,-155 96 0,137-74 0,-133 76 0,0 0 0,0 2 0,55-11 0,-78 20 0,-1 1 0,1 0 0,0 1 0,-1-1 0,1 1 0,0 1 0,11 1 0,-15-1 0,0 0 0,0 0 0,0 0 0,1 1 0,-2-1 0,1 1 0,0 0 0,0 0 0,0 0 0,-1 0 0,1 0 0,-1 1 0,0-1 0,0 1 0,0-1 0,0 1 0,2 3 0,6 14 0,0 0 0,-2 0 0,0 1 0,-1 0 0,-2 0 0,0 1 0,4 42 0,-5 10 0,-5 75 0,-1-65 0,1 189 0,8-313 0,0 9 0,4-25 0,3-1 0,2 2 0,2 0 0,3 1 0,2 1 0,2 1 0,3 1 0,36-49 0,-47 79 0,0 0 0,2 1 0,0 1 0,2 0 0,0 2 0,43-27 0,-55 39 0,0 0 0,0 1 0,1 1 0,-1-1 0,1 1 0,0 1 0,0 0 0,0 0 0,0 1 0,0 1 0,1-1 0,16 3 0,-15 0 0,0 0 0,0 0 0,0 1 0,0 1 0,0 0 0,-1 0 0,0 1 0,0 1 0,0 0 0,10 8 0,-10-7 0,0 0 0,1 0 0,-1-1 0,1-1 0,0 0 0,1-1 0,-1 0 0,1 0 0,19 1 0,7-1 0,71-3 0,5 0 0,-93 2 0,-1 1 0,43 14 0,-58-16 0,-2 0 0,0 0 0,0 0 0,0 1 0,0-1 0,0 1 0,0 0 0,0 0 0,-1 0 0,0 1 0,0-1 0,0 1 0,0 0 0,0 0 0,-1 0 0,1 0 0,-1 0 0,0 0 0,-1 1 0,1-1 0,-1 1 0,0-1 0,0 1 0,1 8 0,-1-7 0,0 1 0,-1-1 0,0 0 0,0 0 0,0 1 0,-1-1 0,0 0 0,0 0 0,0 0 0,-1 0 0,0 0 0,0 0 0,-1 0 0,0-1 0,0 1 0,0-1 0,-8 10 0,2-7 0,-1 0 0,0 0 0,0-1 0,0 0 0,-1-1 0,0-1 0,-1 0 0,1 0 0,-1-1 0,0 0 0,0-1 0,-21 3 0,-15-1 0,-97-2 0,59-3 0,4 6 0,1 4 0,-92 24 0,161-32 0,5 0 0,0-1 0,0 0 0,0 0 0,0-1 0,0 1 0,0-2 0,0 1 0,0-1 0,-10-2 0,14 2 0,-1-1 0,1 1 0,0-1 0,0 1 0,0-1 0,0 0 0,0 0 0,1 0 0,-1 0 0,1-1 0,-1 1 0,1-1 0,0 0 0,0 1 0,0-1 0,0 0 0,0 0 0,1 0 0,-1-1 0,1 1 0,-1-3 0,-1-4 0,1 0 0,1 0 0,0 0 0,0-1 0,1 1 0,0 0 0,1 0 0,0 0 0,1 0 0,0 0 0,0 0 0,6-13 0,6-15 0,34-63 0,-30 65 0,218-379 0,-223 396 0,0 1 0,0 0 0,2 0 0,18-16 0,-26 28 0,0 0 0,1 0 0,-1 1 0,1 0 0,0 0 0,1 1 0,-1 0 0,1 1 0,0-1 0,0 2 0,0-1 0,16-1 0,-13 3 0,1 0 0,-1 0 0,1 1 0,-1 1 0,18 3 0,-24-3 0,-1 1 0,0 0 0,1 0 0,-1 0 0,0 0 0,0 1 0,0 0 0,-1 0 0,1 0 0,-1 0 0,1 1 0,-1 0 0,0 0 0,6 8 0,0 4 0,0 0 0,-1 0 0,-1 1 0,-1 0 0,0 1 0,7 31 0,15 115 0,-27-129 0,0 0 0,-2 1 0,-2-1 0,-1 0 0,-2 0 0,-1 0 0,-2-1 0,-15 41 0,-4-3 0,-3-1 0,-67 112 0,74-148 0,-2-1 0,-48 52 0,18-23 0,45-51 0,0-1 0,-1 0 0,0-1 0,-1 0 0,0 0 0,0-1 0,-1-1 0,-17 9 0,20-13 0,-1 0 0,1-1 0,0 0 0,-1 0 0,0-1 0,1-1 0,-1 0 0,0 0 0,0-1 0,0 0 0,0-1 0,-15-3 0,15 2 0,0-1 0,-1 0 0,1-1 0,1 0 0,-1-1 0,1 0 0,0-1 0,0 0 0,0 0 0,1-1 0,-13-12 0,17 14 0,0-1 0,0 1 0,1-1 0,-1 0 0,1-1 0,1 1 0,-1-1 0,1 1 0,0-1 0,1 0 0,-1 0 0,1 0 0,1 0 0,0-1 0,0 1 0,0 0 0,1-1 0,0 1 0,1-10 0,2 1 0,0 0 0,2 1 0,0-1 0,0 1 0,2 0 0,0 0 0,0 1 0,2 0 0,0 0 0,11-13 0,17-18 0,60-55 0,-95 98 0,75-71 0,58-60 0,-79 77 0,1 3 0,111-80 0,-153 123 0,0 1 0,1 1 0,0 0 0,1 1 0,0 1 0,0 0 0,0 1 0,1 1 0,21-2 0,-15 5 0,0 0 0,0 1 0,0 2 0,-1 0 0,1 1 0,32 10 0,-44-10 0,-1 0 0,1 1 0,-1 0 0,13 7 0,-20-8 0,1 0 0,-1 0 0,0 0 0,0 1 0,0-1 0,-1 1 0,1 0 0,-1 0 0,0 0 0,0 0 0,0 1 0,2 6 0,0 1 0,-1 1 0,0-1 0,-1 1 0,-1 0 0,0 0 0,0 0 0,-2 0 0,1 0 0,-2 1 0,0-1 0,0 0 0,-1 0 0,-1 0 0,-6 18 0,-6 14 0,-3 0 0,-34 66 0,3-22 0,-4-2 0,-3-3 0,-85 98 0,135-174 0,-1-1 0,-1 0 0,1 0 0,-1-1 0,0 0 0,0 0 0,-1-1 0,0 0 0,0 0 0,0-1 0,0 0 0,-1-1 0,-15 4 0,18-6 0,0 0 0,0-1 0,0 0 0,0 0 0,1 0 0,-1-1 0,0 0 0,0 0 0,1-1 0,-1 1 0,1-2 0,-1 1 0,1-1 0,0 0 0,0 0 0,0 0 0,0-1 0,1 0 0,-1 0 0,-8-10 0,3 2 0,0-2 0,1 1 0,1-1 0,0-1 0,1 0 0,0 0 0,2-1 0,-1 1 0,2-1 0,0-1 0,1 1 0,1-1 0,-2-20 0,3 10 0,1 0 0,1 0 0,1 0 0,1 1 0,2-1 0,0 1 0,15-44 0,7 1 0,4 1 0,2 2 0,4 1 0,71-98 0,-85 133 0,2 1 0,1 1 0,2 2 0,0 0 0,1 2 0,35-22 0,-53 40 0,-1 1 0,1 1 0,0 0 0,0 0 0,0 1 0,0 0 0,1 1 0,-1 0 0,1 1 0,-1 0 0,1 0 0,0 1 0,-1 1 0,1 0 0,-1 0 0,1 1 0,-1 1 0,1-1 0,-1 2 0,0-1 0,0 1 0,-1 1 0,1 0 0,-1 0 0,0 1 0,0 0 0,-1 1 0,0 0 0,0 0 0,12 15 0,-10-9 0,0 0 0,1-1 0,23 21 0,-26-25 0,0-1 0,-1 1 0,0 0 0,0 0 0,-1 1 0,0 0 0,0 1 0,-1-1 0,0 1 0,-1 0 0,0 0 0,3 15 0,-1 2 0,-1 0 0,-2 1 0,1 44 0,-4-58 0,0 0 0,-2 0 0,1-1 0,-2 1 0,-6 22 0,0-10 0,-25 46 0,19-40 0,6-14 0,0 0 0,-18 25 0,23-38 0,0 0 0,0 0 0,0 0 0,-1-1 0,0 0 0,0 0 0,0 0 0,0-1 0,0 0 0,-1 0 0,0 0 0,-7 2 0,-1-1 0,0 0 0,0-1 0,-1-1 0,1-1 0,-1 0 0,1-1 0,-1 0 0,1-1 0,-1-1 0,-21-5 0,15 2 0,1-2 0,-1 0 0,1-1 0,1-1 0,0-1 0,-26-18 0,40 25 0,1 0 0,0 0 0,0-1 0,0 0 0,0 0 0,1 0 0,-1 0 0,1 0 0,0-1 0,1 1 0,-1-1 0,1 0 0,-4-10 0,4 8 0,1 0 0,0 0 0,0-1 0,0 1 0,1 0 0,0-1 0,1 1 0,0 0 0,1-9 0,5-10 0,2 0 0,0 0 0,2 1 0,18-32 0,-25 50 0,21-41 0,3 1 0,2 1 0,1 2 0,3 1 0,2 1 0,1 2 0,57-47 0,-83 79 0,1 0 0,0 0 0,0 1 0,1 1 0,0 0 0,0 1 0,0 0 0,1 1 0,-1 0 0,1 1 0,0 1 0,0 0 0,0 1 0,0 1 0,26 2 0,-34-1 0,-1 0 0,0 0 0,0 1 0,0-1 0,0 1 0,-1 1 0,1-1 0,0 1 0,-1-1 0,0 1 0,1 1 0,-1-1 0,-1 0 0,1 1 0,0 0 0,-1 0 0,0 0 0,0 0 0,0 1 0,0-1 0,-1 1 0,4 8 0,2 9 0,-1 0 0,0 0 0,5 41 0,-11-54 0,38 287 0,-36-263 0,-2 0 0,0 0 0,-2 1 0,-10 53 0,9-73 0,-2 5 0,-9 31 0,11-43 0,-1 0 0,0-1 0,-1 1 0,1-1 0,-1 0 0,-1 0 0,1 0 0,-6 5 0,-1-1 0,0 0 0,-1-1 0,0 0 0,-1-1 0,0-1 0,0 0 0,0-1 0,-1 0 0,-20 6 0,-2-3 0,0-1 0,-59 5 0,74-10 0,1-2 0,0 0 0,0-2 0,-1 0 0,1-1 0,0-1 0,0-1 0,1-1 0,-1 0 0,-19-9 0,34 11 0,0 1 0,0-1 0,1 0 0,-1 0 0,1 0 0,0-1 0,-1 1 0,2-1 0,-6-6 0,7 8 0,1-1 0,-1 1 0,1-1 0,-1 0 0,1 0 0,0 0 0,0 1 0,0-1 0,0 0 0,1 0 0,-1-1 0,1 1 0,0 0 0,0 0 0,0 0 0,0 0 0,0 0 0,1-4 0,2-3 0,1 0 0,-1 0 0,2 0 0,-1 0 0,1 1 0,1-1 0,0 1 0,0 0 0,1 1 0,0 0 0,9-9 0,13-10 0,57-39 0,-23 19 0,-47 33 0,46-36 0,73-46 0,-113 83 0,-1 1 0,1 1 0,1 1 0,0 1 0,1 1 0,0 1 0,45-8 0,-63 14 0,0 1 0,0 0 0,0-1 0,0 2 0,1-1 0,-1 1 0,7 2 0,-10-3 0,-1 1 0,1 0 0,-1 0 0,0 0 0,0 1 0,1-1 0,-1 0 0,0 1 0,0 0 0,0-1 0,0 1 0,-1 0 0,1 0 0,0 0 0,-1 0 0,1 0 0,-1 0 0,0 1 0,2 4 0,7 21 0,8 47 0,6 14 0,-17-64 0,-1-1 0,-2 1 0,0 0 0,-1 0 0,-2 0 0,0 0 0,-2 0 0,0 0 0,-2 0 0,-1 0 0,-1 0 0,-1 0 0,-1-1 0,-12 25 0,10-32 0,0-1 0,-1 0 0,-1 0 0,-1-1 0,-22 22 0,0 1 0,27-29 0,-1 0 0,-1-1 0,1 0 0,-2-1 0,1 1 0,-1-2 0,1 1 0,-2-1 0,1-1 0,-1 0 0,0-1 0,0 1 0,0-2 0,-1 0 0,1 0 0,-15 0 0,24-2 0,-1-1 0,0 0 0,0 0 0,1 0 0,-1 0 0,0-1 0,1 1 0,-1-1 0,0 1 0,1-1 0,-1 0 0,1 0 0,-1 0 0,1-1 0,-1 1 0,1 0 0,0-1 0,0 0 0,0 1 0,0-1 0,0 0 0,0 0 0,0 0 0,0 0 0,1-1 0,-1 1 0,1 0 0,0-1 0,0 1 0,0-1 0,0 1 0,0-1 0,-1-3 0,1-2 0,0 1 0,0-1 0,1 1 0,0-1 0,0 1 0,1-1 0,-1 0 0,2 1 0,-1 0 0,1-1 0,3-7 0,5-9 0,2 1 0,0 0 0,20-29 0,52-60 0,-30 50 0,77-70 0,-104 107 0,-19 17 0,0 1 0,1 0 0,0 1 0,0 0 0,1 0 0,-1 1 0,1 0 0,21-7 0,-15 8 0,0 1 0,1 0 0,0 1 0,0 0 0,20 2 0,-19 0 0,1 1 0,-1 1 0,0 1 0,1 0 0,-1 1 0,0 1 0,-1 1 0,1 1 0,18 9 0,-32-13 0,1-1 0,-1 0 0,1-1 0,0 1 0,0-1 0,0 0 0,0 0 0,0 0 0,0-1 0,7 0 0,-12 1 0,0-1 0,1 0 0,-1 0 0,0 0 0,0 0 0,0 1 0,1-1 0,-1 0 0,0 0 0,0 1 0,0-1 0,0 0 0,1 0 0,-1 1 0,0-1 0,0 0 0,0 0 0,0 1 0,0-1 0,0 0 0,0 0 0,0 1 0,0-1 0,0 0 0,0 1 0,0-1 0,0 0 0,0 0 0,0 1 0,0-1 0,0 0 0,0 0 0,0 1 0,-3 15 0,2-11 0,-8 38 0,-1-1 0,-27 73 0,-48 79 0,15-35 0,63-144 0,0 0 0,-1-1 0,-1 0 0,0 0 0,-1 0 0,-1-2 0,0 1 0,-1-1 0,-14 12 0,23-22 0,0 0 0,0 0 0,0 0 0,0 0 0,0 0 0,-1-1 0,1 1 0,0-1 0,-1 0 0,1 0 0,-1 0 0,0-1 0,1 1 0,-1-1 0,-4 0 0,4-1 0,-1 0 0,0 0 0,0 0 0,1-1 0,-1 0 0,1 0 0,-1 0 0,1-1 0,0 1 0,-6-6 0,-14-10 0,16 12 0,0-1 0,-1 1 0,1 0 0,-1 1 0,0 0 0,-1 1 0,-19-8 0,-23 0 0,0 1 0,-1 3 0,-67-2 0,86 7 0,0-1 0,0-1 0,1-2 0,-56-19 0,52 15 0,5 4 0,-1 2 0,-1 1 0,1 1 0,0 2 0,-43 4 0,14-2 0,39 1 0,1 1 0,0 0 0,-24 8 0,20-5 0,-48 5 0,-257-8 0,168-5 0,-260 2 0,403-1 0,0 0 0,0-1 0,0-2 0,-23-6 0,-73-30 0,41 13 0,46 19 0,-33-6 0,-14-3 0,54 12-341,-1 0 0,1 1-1,-29 0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9:13:13.75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231 921 24575,'-1'-69'0,"-1"25"0,3 0 0,10-81 0,-9 115 0,0 1 0,1-1 0,0 1 0,1 0 0,0 0 0,0 1 0,1-1 0,10-14 0,-11 18 0,1 0 0,0 0 0,0 0 0,0 1 0,0-1 0,1 1 0,0 1 0,0-1 0,0 1 0,0 0 0,0 0 0,1 1 0,7-2 0,0 0 0,0 1 0,0 1 0,0 1 0,0 0 0,0 0 0,0 1 0,0 1 0,0 1 0,21 4 0,-28-4 0,0 0 0,0 0 0,-1 1 0,1 0 0,0 0 0,-1 1 0,0 0 0,1 0 0,-2 0 0,1 1 0,0 0 0,-1 0 0,0 0 0,0 1 0,-1-1 0,1 1 0,-1 1 0,0-1 0,4 12 0,-3-6 0,-1 0 0,0 0 0,-1 0 0,0 1 0,-1-1 0,-1 1 0,0-1 0,-1 24 0,0-28 0,-1-1 0,0 0 0,-1 0 0,0 0 0,0-1 0,0 1 0,-1 0 0,0-1 0,0 1 0,-1-1 0,1 0 0,-2 0 0,1 0 0,0-1 0,-1 1 0,0-1 0,-8 6 0,-32 20 0,-1-2 0,-55 25 0,8-4 0,-85 47 0,175-96 0,-7 4 0,-1 0 0,1 0 0,-23 6 0,31-10 0,0-1 0,-1 1 0,1-1 0,0 0 0,-1 1 0,1-1 0,0 0 0,-1 0 0,1-1 0,-1 1 0,1 0 0,0-1 0,-1 1 0,1-1 0,0 0 0,0 0 0,0 0 0,-1 0 0,1 0 0,0-1 0,0 1 0,0 0 0,1-1 0,-1 0 0,0 1 0,-1-3 0,0-1 0,1 1 0,0-1 0,0 0 0,0 0 0,1 0 0,-1 0 0,1-1 0,0 1 0,1 0 0,-1 0 0,1-1 0,1-6 0,0-7 0,7-38 0,-4 40 0,1 0 0,0 1 0,1-1 0,1 1 0,0 0 0,2 1 0,-1 0 0,2 0 0,0 1 0,1 0 0,0 1 0,1 0 0,0 1 0,1 0 0,18-12 0,-21 18 0,0 1 0,0 0 0,1 1 0,-1 0 0,1 1 0,0 0 0,0 1 0,0 0 0,13 0 0,18 0 0,47 4 0,-41 0 0,6-2 0,76 6 0,-113-4 0,0 1 0,0 1 0,0 0 0,-1 1 0,27 12 0,-33-11 0,1-1 0,-1 1 0,0 1 0,-1 0 0,1 0 0,-1 1 0,-1 0 0,0 1 0,0-1 0,0 2 0,-1-1 0,0 1 0,-1 0 0,-1 0 0,1 1 0,4 12 0,-3 1 0,0 0 0,-2 1 0,-1-1 0,0 1 0,-1 42 0,-3-64 0,1 2 0,-1 0 0,0 0 0,-1 1 0,1-1 0,-2 7 0,1-12 0,1 1 0,0 0 0,0 0 0,-1-1 0,1 1 0,-1 0 0,1-1 0,0 1 0,-1 0 0,1-1 0,-1 1 0,0 0 0,1-1 0,-1 1 0,1-1 0,-1 1 0,0-1 0,1 0 0,-1 1 0,0-1 0,0 0 0,1 1 0,-1-1 0,0 0 0,0 0 0,0 1 0,1-1 0,-1 0 0,0 0 0,0 0 0,0 0 0,1 0 0,-1 0 0,0-1 0,0 1 0,0 0 0,1 0 0,-1 0 0,0-1 0,0 0 0,-5-1 0,0-1 0,1 0 0,0 0 0,0 0 0,0-1 0,0 0 0,0 0 0,1 0 0,-1-1 0,1 1 0,0-1 0,1 0 0,-1 0 0,1-1 0,0 1 0,0 0 0,-3-12 0,-2-5 0,1 0 0,2 0 0,-6-37 0,3-31 0,7-160 0,3 179 0,-2 57 0,1 0 0,0 0 0,1 0 0,1 0 0,4-13 0,-6 24 0,1-1 0,-1 1 0,1 0 0,-1 0 0,1 0 0,0 0 0,0 0 0,0 0 0,1 1 0,-1-1 0,4-2 0,-4 3 0,0 1 0,0 0 0,0 0 0,0 0 0,0 1 0,0-1 0,1 0 0,-1 1 0,0-1 0,0 1 0,0 0 0,1 0 0,-1 0 0,0 0 0,0 0 0,1 0 0,-1 1 0,0-1 0,3 1 0,-1 1 0,-1-1 0,-1 1 0,1-1 0,0 1 0,0 0 0,0 0 0,-1 0 0,1 1 0,-1-1 0,0 0 0,0 1 0,0 0 0,0-1 0,0 1 0,0 0 0,-1 0 0,1 0 0,-1 0 0,0 0 0,0 0 0,0 0 0,0 4 0,3 11 0,-1 0 0,1 32 0,-3-39 0,3 65 0,-8 112 0,2-169 0,-2-1 0,0 0 0,-2 0 0,0 0 0,0-1 0,-2 1 0,0-2 0,-1 1 0,-1-1 0,0-1 0,-1 1 0,-21 21 0,12-16 0,-2 0 0,0-1 0,-1-2 0,-1 0 0,0-1 0,-1-2 0,-35 16 0,42-23 0,-1-2 0,0 0 0,-1-1 0,1 0 0,-29 1 0,-97-2 0,144-4 0,-3 0 0,0-1 0,0 1 0,0 0 0,-1-1 0,1 0 0,-4-1 0,7 2 0,1-1 0,-1 1 0,1 0 0,-1-1 0,0 1 0,1-1 0,-1 1 0,1-1 0,-1 1 0,1-1 0,-1 1 0,1-1 0,0 0 0,-1 1 0,1-1 0,-1 1 0,1-1 0,0 0 0,0 1 0,-1-1 0,1 0 0,0 0 0,0 1 0,0-1 0,0 0 0,0 1 0,0-1 0,0 0 0,0 0 0,0 1 0,0-1 0,0 0 0,1 1 0,-1-1 0,0 0 0,0 1 0,1-1 0,-1 0 0,1 1 0,-1-1 0,1 0 0,4-7 0,0 0 0,1 0 0,0 1 0,1 0 0,0 0 0,0 0 0,0 1 0,12-8 0,-4 3 0,-15 10 0,200-166 0,-166 134 0,-1 0 0,-2-3 0,42-60 0,-44 47 0,-18 30 0,0 1 0,0 0 0,2 1 0,20-22 0,-27 34 0,0 0 0,0 1 0,1 0 0,-1 0 0,1 0 0,0 1 0,0 0 0,0 1 0,0-1 0,1 1 0,-1 1 0,12-2 0,10 1 0,-1 1 0,29 3 0,-29-1 0,23 0 0,-15-1 0,1 2 0,-1 1 0,0 1 0,41 12 0,-46-8 0,-13-3 0,0 0 0,-1 0 0,0 2 0,0 0 0,-1 1 0,22 14 0,-28-15 0,0-1 0,0 0 0,1-1 0,0 0 0,20 6 0,56 8 0,-78-18 0,-2 1 0,-1 0 0,0 0 0,0 0 0,0 0 0,0 1 0,-1 0 0,1 0 0,-1 1 0,0 0 0,0 0 0,7 6 0,-11-9 0,0 0 0,0 0 0,1 1 0,-1-1 0,0 0 0,0 1 0,0-1 0,0 1 0,-1-1 0,1 1 0,0 0 0,-1-1 0,1 1 0,-1 0 0,1-1 0,-1 1 0,0 0 0,0-1 0,0 1 0,0 0 0,0 0 0,0-1 0,0 1 0,0 0 0,-1 0 0,1-1 0,-1 1 0,1 0 0,-1-1 0,0 1 0,1-1 0,-1 1 0,0-1 0,0 1 0,0-1 0,0 0 0,-1 1 0,1-1 0,0 0 0,0 0 0,-1 0 0,1 0 0,-1 0 0,-2 2 0,-5 1 0,0 1 0,0-1 0,0 0 0,0-1 0,0 0 0,-1 0 0,1-1 0,-14 1 0,-82 3 0,85-6 0,-459-2 0,147-1 0,308 4 0,9 0 0,0-1 0,0-1 0,0 0 0,-15-3 0,27 4 0,0-1 0,1 0 0,-1 1 0,0-1 0,1 0 0,-1 0 0,1-1 0,-1 1 0,1 0 0,0-1 0,0 1 0,-1-1 0,1 0 0,0 0 0,1 0 0,-1 0 0,0 0 0,0 0 0,1 0 0,-1-1 0,1 1 0,0-1 0,0 1 0,0-1 0,0 1 0,0-1 0,-1-5 0,2-1 0,0 0 0,1 0 0,-1 0 0,2 0 0,-1 0 0,1 0 0,1 0 0,-1 0 0,1 1 0,7-14 0,8-11 0,24-37 0,-34 58 0,28-52 0,-22 39 0,25-37 0,-33 55 0,0-1 0,1 1 0,-1 0 0,2 1 0,-1-1 0,1 1 0,0 1 0,13-8 0,-7 7 0,1 0 0,-1 1 0,1 0 0,0 1 0,0 1 0,1 0 0,-1 2 0,1-1 0,-1 2 0,1 0 0,-1 1 0,1 0 0,-1 1 0,1 1 0,-1 1 0,0 0 0,-1 1 0,1 0 0,23 13 0,1 1 0,-24-13 0,0 2 0,-1 0 0,16 11 0,-25-16 0,-1 1 0,0 0 0,1 1 0,-2-1 0,1 0 0,0 1 0,-1 0 0,0 0 0,0 0 0,0 0 0,-1 1 0,4 9 0,0 7 0,-2 1 0,0 0 0,-1 0 0,0 24 0,-7 97 0,1-73 0,2-24 0,1-21 0,0 0 0,-2 0 0,-10 49 0,10-67 0,0-1 0,-1 0 0,0 0 0,0 0 0,0 0 0,-1 0 0,0-1 0,-1 1 0,0-1 0,1 0 0,-2-1 0,1 1 0,-1-1 0,0 0 0,0 0 0,0-1 0,-13 7 0,11-7 0,0 0 0,0-1 0,-1 0 0,1 0 0,-1-1 0,0 0 0,1 0 0,-1-1 0,0 0 0,0-1 0,0 0 0,-17-2 0,21 1 0,0 0 0,0-1 0,0 0 0,0 1 0,0-2 0,0 1 0,1 0 0,-1-1 0,1 0 0,-1 0 0,1 0 0,0-1 0,0 0 0,1 1 0,-1-1 0,1 0 0,0-1 0,0 1 0,0-1 0,1 1 0,-1-1 0,1 0 0,-2-6 0,-2-11 0,1 0 0,1 0 0,1 0 0,0-35 0,-3-28 0,-5 18 0,4 26 0,1 1 0,0-72 0,7 102 0,0 0 0,1 0 0,0 1 0,1-1 0,0 0 0,0 1 0,1-1 0,0 1 0,1 0 0,0 1 0,8-11 0,3-1 0,0 0 0,1 2 0,26-22 0,-36 34 0,1-1 0,0 2 0,0-1 0,0 1 0,1 1 0,0-1 0,0 1 0,0 1 0,0 0 0,1 0 0,12-2 0,-8 4 0,1 0 0,0 1 0,-1 0 0,1 1 0,0 0 0,25 7 0,249 67 0,-284-74 0,1 1 0,-1 0 0,0 0 0,0 0 0,0 0 0,0 1 0,0-1 0,-1 1 0,1 1 0,-1-1 0,0 1 0,0-1 0,0 1 0,0 0 0,-1 1 0,0-1 0,0 1 0,0-1 0,0 1 0,-1 0 0,1 0 0,-1 0 0,-1 0 0,1 1 0,-1-1 0,1 0 0,-1 9 0,4 24 0,-3-1 0,-1 0 0,-7 72 0,5-104 0,1 0 0,-1 0 0,0 0 0,0 0 0,-1-1 0,1 1 0,-1 0 0,0 0 0,0-1 0,-1 1 0,0-1 0,1 0 0,-1 0 0,-1 0 0,1 0 0,0 0 0,-1-1 0,0 0 0,0 1 0,0-1 0,0-1 0,-1 1 0,1-1 0,-1 1 0,1-1 0,-1-1 0,0 1 0,0 0 0,-9 0 0,-1 1 0,0-1 0,0-1 0,-1 0 0,1-1 0,0-1 0,-1 0 0,1-1 0,0-1 0,-19-6 0,24 6 0,1-1 0,-1 0 0,1 0 0,0-1 0,1 0 0,-1-1 0,1 1 0,0-2 0,0 1 0,1-1 0,0 0 0,0-1 0,0 0 0,1 0 0,-5-9 0,-1-6 0,1 1 0,1-2 0,0 1 0,2-1 0,1-1 0,-4-31 0,8 36 0,0-1 0,2 1 0,1 0 0,0 0 0,2-1 0,0 1 0,1 0 0,8-26 0,-4 23 0,1-1 0,1 1 0,1 0 0,14-23 0,-19 38 0,1 0 0,0 0 0,0 1 0,1-1 0,0 2 0,0-1 0,1 1 0,-1 0 0,1 0 0,1 1 0,-1 0 0,1 0 0,11-3 0,-2 1 0,1 2 0,-1 0 0,1 1 0,0 1 0,24-1 0,-34 3 0,0 1 0,0 0 0,0 0 0,0 1 0,0 1 0,0-1 0,0 1 0,-1 1 0,1 0 0,-1 0 0,1 1 0,-1-1 0,9 7 0,0 4 0,0 1 0,-1 1 0,-1 0 0,0 1 0,-1 0 0,-1 1 0,-1 1 0,11 22 0,-10-14 0,-2 1 0,-1 0 0,-1 1 0,-2 0 0,-1 0 0,4 46 0,-4 182 0,-6-211 0,0 17 0,-5 96 0,5-153 0,0 0 0,-1 0 0,0 0 0,0 0 0,-1-1 0,1 1 0,-1 0 0,0-1 0,-1 0 0,1 1 0,-1-1 0,0 0 0,-1 0 0,1 0 0,-1-1 0,0 1 0,0-1 0,0 0 0,-1 0 0,1-1 0,-1 1 0,0-1 0,0 0 0,0 0 0,-1 0 0,1-1 0,-1 0 0,-6 2 0,-15 2 0,0-2 0,-1-1 0,1 0 0,-1-2 0,1-2 0,-32-3 0,54 3 0,0 0 0,1 0 0,-1 0 0,0 0 0,1-1 0,-1 0 0,1 0 0,-1 0 0,1 0 0,0-1 0,0 0 0,0 1 0,0-2 0,1 1 0,-1 0 0,1-1 0,0 1 0,0-1 0,0 0 0,0 0 0,1-1 0,-1 1 0,1 0 0,0-1 0,-1-4 0,-2-9 0,0-1 0,1 0 0,1 0 0,1 0 0,1-21 0,1-2 0,2 0 0,2 0 0,2 0 0,2 1 0,1 0 0,2 1 0,2 0 0,2 0 0,32-61 0,-43 94 0,0 0 0,1 0 0,0 1 0,0-1 0,1 1 0,-1 0 0,1 0 0,1 1 0,-1-1 0,1 1 0,0 1 0,0-1 0,0 1 0,0 1 0,1-1 0,0 1 0,0 1 0,-1-1 0,2 1 0,-1 1 0,0 0 0,0 0 0,0 0 0,1 1 0,-1 0 0,0 1 0,0-1 0,1 2 0,-1-1 0,0 1 0,0 1 0,0-1 0,-1 1 0,10 5 0,-10-4 0,-1 0 0,0 0 0,0 1 0,0-1 0,-1 1 0,0 1 0,0-1 0,0 1 0,0 0 0,3 6 0,5 11 0,16 36 0,-12-24 0,-1 0 0,-1 1 0,-1 0 0,-3 1 0,0 0 0,-3 1 0,-1 0 0,-2 1 0,1 52 0,-6-84 0,0 0 0,0 0 0,-1-1 0,0 1 0,0 0 0,-1-1 0,0 1 0,0-1 0,0 1 0,-6 10 0,5-13 0,0 1 0,-1-1 0,1 0 0,-1 0 0,0 0 0,0-1 0,0 0 0,0 1 0,-1-1 0,1-1 0,-1 1 0,0-1 0,1 0 0,-9 3 0,-7 0 0,0 0 0,0-2 0,-1 0 0,1-1 0,-1-1 0,0-1 0,-33-5 0,49 5 0,0-1 0,1 0 0,-1 0 0,0-1 0,0 1 0,0-1 0,1 0 0,-1 0 0,1-1 0,-1 1 0,1-1 0,0 0 0,0 0 0,1-1 0,-1 1 0,0-1 0,-5-7 0,6 5 0,-1 0 0,1-1 0,0 1 0,1-1 0,-1 1 0,2-1 0,-1 0 0,0 0 0,1 0 0,1 0 0,-1 1 0,1-12 0,2 1 0,0-1 0,1 1 0,0 0 0,1 0 0,8-18 0,38-82 0,-28 71 0,3-11 0,3 2 0,3 1 0,45-61 0,-71 109 0,0 0 0,0 0 0,1 1 0,0 0 0,0 0 0,0 1 0,1-1 0,-1 1 0,1 1 0,0-1 0,0 1 0,1 0 0,-1 1 0,1 0 0,10-2 0,8 1 0,0 1 0,-1 1 0,35 3 0,-35-1 0,-10 0 0,0 1 0,0 0 0,-1 0 0,1 2 0,0-1 0,-1 2 0,0 0 0,0 1 0,-1 0 0,1 1 0,-1 1 0,-1 0 0,0 1 0,0 0 0,0 1 0,-1 0 0,-1 0 0,0 1 0,0 1 0,-1 0 0,0 0 0,-1 1 0,6 14 0,-6-11 0,-1 1 0,-1 0 0,-1 0 0,0 1 0,-1 0 0,3 34 0,-6 110 0,-2-137 0,1-12 0,-1 1 0,0-1 0,-1 1 0,-1-1 0,0 0 0,-8 21 0,9-29 0,0 0 0,-1 0 0,1-1 0,-1 1 0,0-1 0,-1 0 0,1 0 0,-1 0 0,0-1 0,0 1 0,0-1 0,0 0 0,0 0 0,-1 0 0,1 0 0,-1-1 0,0 0 0,0 0 0,0 0 0,-5 0 0,-7 2 0,0-1 0,1-1 0,-1 0 0,0-1 0,-28-3 0,37 2 0,0-1 0,0-1 0,1 1 0,-1-1 0,1 0 0,-1-1 0,1 0 0,0 0 0,0-1 0,0 0 0,1 0 0,-1 0 0,1-1 0,-10-9 0,-2-9 0,1-1 0,0-1 0,2-1 0,-19-43 0,28 56 0,1 0 0,0-1 0,1 0 0,0 0 0,1 0 0,0 0 0,2-1 0,-1 1 0,2-1 0,0 1 0,0-1 0,2 1 0,0-1 0,0 1 0,2 0 0,-1 0 0,2 0 0,0 1 0,0-1 0,2 1 0,-1 0 0,2 1 0,-1-1 0,12-11 0,52-56 0,-43 51 0,47-65 0,-63 76 0,0 1 0,2-1 0,0 2 0,1 0 0,1 1 0,0 0 0,22-14 0,-27 22 0,0 1 0,1 0 0,0 0 0,0 1 0,0 0 0,1 1 0,0 1 0,-1 0 0,1 1 0,0 0 0,0 1 0,1 0 0,14 2 0,-20-1 0,0 1 0,1 1 0,-1-1 0,0 1 0,0 1 0,0 0 0,0 0 0,0 0 0,-1 1 0,0 0 0,1 1 0,6 5 0,-5-2 0,0 0 0,-1 1 0,1 0 0,-2 0 0,1 1 0,-1 0 0,8 18 0,-3-5 0,-2 2 0,-1 0 0,-2 0 0,0 0 0,-1 1 0,-2 0 0,2 26 0,-4 220 0,-4-173 0,2-85 0,-1-1 0,0 0 0,0 0 0,-2 0 0,1 0 0,-9 22 0,9-30 0,0-1 0,-1 1 0,1-1 0,-1 1 0,0-1 0,0 0 0,0 0 0,-1 0 0,0-1 0,1 1 0,-1-1 0,0 0 0,-1 0 0,1 0 0,0-1 0,-1 1 0,0-1 0,1 0 0,-1-1 0,-7 3 0,5-3 0,0 1 0,0-1 0,0-1 0,0 1 0,-1-1 0,1 0 0,0-1 0,0 0 0,0 0 0,-1-1 0,-9-3 0,12 4 0,1-1 0,-1-1 0,0 1 0,1-1 0,0 1 0,-1-1 0,1 0 0,0-1 0,1 1 0,-1-1 0,0 0 0,1 0 0,0 0 0,0 0 0,0 0 0,-4-10 0,1-2 0,1-1 0,0 1 0,1-1 0,1 0 0,-2-32 0,7-91 0,-1 99 0,0 24 0,1 0 0,0 1 0,2-1 0,-1 1 0,13-30 0,1 6 0,24-39 0,-17 29 0,-17 33 0,1 0 0,15-22 0,-20 34 0,1 0 0,-1 1 0,1-1 0,1 1 0,-1 0 0,1 0 0,-1 0 0,1 1 0,0 0 0,0 0 0,10-4 0,-8 4 0,1 0 0,0 1 0,0 0 0,0 0 0,0 1 0,1 0 0,-1 1 0,0 0 0,0 0 0,1 0 0,-1 1 0,0 1 0,0-1 0,0 1 0,0 1 0,0-1 0,8 5 0,0 2 0,0 0 0,-1 0 0,0 2 0,-1 0 0,0 0 0,23 26 0,-20-18 0,14 13 0,40 54 0,-62-73 0,-1 0 0,0 1 0,-1-1 0,-1 2 0,0-1 0,-1 1 0,0 0 0,2 17 0,-4-16 0,-2 0 0,1 1 0,-2-1 0,0 1 0,-1-1 0,-1 0 0,0 1 0,-2-1 0,1 0 0,-2 0 0,0-1 0,-1 1 0,-1-1 0,-11 20 0,14-29 0,0-1 0,-1 1 0,1-1 0,-1-1 0,0 1 0,0-1 0,0 1 0,-1-1 0,0-1 0,0 1 0,0-1 0,0 0 0,0-1 0,0 1 0,-1-1 0,1 0 0,-8 0 0,-10 2 0,-1-1 0,0-2 0,-32-2 0,35 1 0,-39-1 0,-135-6 0,189 6 0,1 0 0,-1 0 0,1 0 0,0-1 0,-1 0 0,1 0 0,0-1 0,0 1 0,-8-7 0,11 8 0,1-1 0,-1 0 0,1 0 0,0 0 0,0 0 0,0-1 0,1 1 0,-1-1 0,0 1 0,1-1 0,-1 1 0,1-1 0,0 0 0,0 0 0,0 1 0,1-1 0,-1 0 0,0 0 0,1 0 0,0 0 0,0 0 0,0 0 0,0-3 0,2-10 0,1 1 0,1 0 0,0 0 0,11-26 0,31-55 0,30-32 0,-64 110 0,1 1 0,1 0 0,0 1 0,30-26 0,-33 35 0,-1 0 0,1 1 0,1 0 0,-1 0 0,1 1 0,0 1 0,0 0 0,0 0 0,19-2 0,-9 3 0,0 1 0,0 1 0,0 1 0,35 4 0,-47-2 0,0 0 0,0 1 0,-1-1 0,1 2 0,-1-1 0,0 2 0,0-1 0,0 1 0,-1 0 0,0 1 0,0 0 0,0 0 0,0 1 0,-1 0 0,0 0 0,-1 1 0,0-1 0,0 1 0,0 1 0,-1-1 0,-1 1 0,1 0 0,-1 0 0,-1 1 0,0-1 0,0 1 0,2 18 0,0 15 0,-3 0 0,-2 1 0,-7 66 0,6-104 0,0 0 0,0 0 0,0 0 0,-1 0 0,0 0 0,0 0 0,-1-1 0,0 1 0,0-1 0,0 1 0,0-1 0,-1 0 0,0-1 0,-7 8 0,4-6 0,0-1 0,0 0 0,0 0 0,-1-1 0,0 0 0,0 0 0,0-1 0,0 0 0,-15 4 0,-14 0 0,0-2 0,0-1 0,-1-2 0,1-2 0,-49-5 0,78 5 0,1-1 0,0 0 0,-1-1 0,1 0 0,0 0 0,0 0 0,0-1 0,0 0 0,-12-8 0,15 8 0,0 0 0,0 0 0,1-1 0,-1 1 0,1-1 0,0 0 0,0 0 0,0 0 0,1 0 0,0-1 0,0 1 0,0-1 0,0 1 0,0-1 0,-1-9 0,1 1 0,1 0 0,1 0 0,0 0 0,0 0 0,2 0 0,-1 0 0,2 0 0,0 0 0,0 1 0,1-1 0,6-13 0,2-1 0,1 2 0,1-1 0,1 2 0,18-24 0,-27 41 0,0 1 0,0 0 0,0 0 0,0 1 0,1 0 0,0 0 0,0 0 0,0 1 0,1 0 0,0 1 0,-1 0 0,1 0 0,0 0 0,0 1 0,16-2 0,7 1 0,1 1 0,60 4 0,-48 1 0,-7-2 0,-6-1 0,0 1 0,48 10 0,-69-9 0,0 1 0,0 0 0,0 1 0,0 0 0,-1 1 0,1 0 0,-1 0 0,0 1 0,-1 0 0,1 1 0,10 11 0,-10-9 0,-1 1 0,0 1 0,0-1 0,-1 1 0,-1 1 0,0-1 0,0 1 0,-1 0 0,-1 0 0,0 1 0,3 21 0,-1 5 0,-2 0 0,-2 61 0,-2-77 0,-1 0 0,-1 0 0,-1 0 0,-9 32 0,11-49 0,-1 1 0,0-1 0,-1 0 0,1 0 0,-1 0 0,-1 0 0,1 0 0,-1-1 0,0 1 0,0-1 0,0 0 0,-1 0 0,0-1 0,0 1 0,0-1 0,0 0 0,-1-1 0,0 1 0,-11 4 0,2-3 0,0-1 0,0-1 0,0 0 0,-1-1 0,-23-1 0,5-1 0,-49-8 0,76 7 0,-1-1 0,1-1 0,0 1 0,0-1 0,0 0 0,0-1 0,1 0 0,-1 0 0,1 0 0,0-1 0,0 0 0,0 0 0,1 0 0,0-1 0,0 0 0,0 0 0,1 0 0,-6-12 0,-1-3 0,0 0 0,2-1 0,1 0 0,-10-40 0,10 28 0,3-1 0,0 0 0,3 0 0,1 0 0,3-36 0,4 13 0,2 0 0,19-68 0,-26 119 0,2-1 0,-1 1 0,1 0 0,0 0 0,0 0 0,1 0 0,0 1 0,0-1 0,1 1 0,0 0 0,0 0 0,0 1 0,1-1 0,-1 1 0,1 1 0,1-1 0,-1 1 0,10-5 0,-8 5 0,1 1 0,0 0 0,0 0 0,0 1 0,0 1 0,0-1 0,1 1 0,-1 1 0,0 0 0,1 0 0,-1 1 0,0 0 0,0 0 0,16 6 0,-13-3 0,-1 1 0,1 0 0,-1 1 0,-1 0 0,1 1 0,-1 0 0,0 0 0,0 1 0,-1 1 0,0 0 0,-1 0 0,0 1 0,-1-1 0,1 2 0,-2-1 0,0 1 0,0 0 0,7 20 0,-8-20 0,-1 1 0,0-1 0,-1 1 0,-1 0 0,0 0 0,0 0 0,-1 0 0,0 0 0,-1 0 0,-1 0 0,0 0 0,-1 0 0,0 0 0,0-1 0,-2 1 0,1 0 0,-1-1 0,-1 0 0,-8 15 0,-17 16 0,-2-1 0,-2-2 0,-1-1 0,-74 60 0,76-73 0,-1-2 0,-2 0 0,0-3 0,-1-1 0,-2-2 0,-44 15 0,28-16 0,0-2 0,-1-2 0,-110 8 0,152-19 0,-1-1 0,1 0 0,-1-1 0,1 0 0,-1-2 0,1 1 0,-16-6 0,23 5 0,0 0 0,1 0 0,-1 0 0,1-1 0,0 0 0,-1 0 0,2 0 0,-1-1 0,0 0 0,1 0 0,0 0 0,0-1 0,1 0 0,0 0 0,-7-11 0,5 3 0,1 0 0,0 1 0,1-2 0,0 1 0,1 0 0,1-1 0,0 0 0,1 1 0,2-27 0,3-10 0,15-70 0,-18 113 0,4-15 0,0-1 0,2 0 0,1 1 0,13-29 0,-15 41 0,0 0 0,0 0 0,1 1 0,0 0 0,1 1 0,0 0 0,1 0 0,0 0 0,0 1 0,17-11 0,-8 9 0,1 0 0,0 1 0,1 1 0,0 1 0,0 1 0,1 1 0,-1 1 0,34-3 0,19 2 0,84 7 0,-83 0 0,-39 1 0,0 1 0,53 13 0,34 6 0,178-17 0,-210-7 0,-72 0 0,1 2 0,-1 0 0,1 1 0,-1 1 0,0 1 0,0 0 0,25 11 0,-33-8 0,-14-4 0,-20-4 0,-154-34 0,156 32 0,-175-38 0,196 41 0,-100-18 0,90 16 0,0-1 0,0-1 0,0 0 0,1-1 0,-1 0 0,-17-11 0,23 11 0,0 0 0,1 0 0,0 0 0,0-1 0,0 1 0,0-1 0,1 0 0,0 0 0,0-1 0,0 1 0,1 0 0,0-1 0,1 0 0,-1 1 0,1-1 0,0-8 0,0 2 0,0-1 0,1 1 0,0-1 0,2 1 0,-1-1 0,1 1 0,6-17 0,-6 24 0,1-1 0,0 1 0,1 0 0,-1 0 0,1 0 0,1 0 0,-1 1 0,1 0 0,0 0 0,0 0 0,0 0 0,1 1 0,-1 0 0,1 0 0,0 0 0,0 1 0,1 0 0,-1 0 0,1 0 0,-1 1 0,1 0 0,9-1 0,1 0 0,0 1 0,-1 0 0,1 1 0,0 1 0,0 1 0,0 0 0,0 1 0,22 6 0,-23-3 0,1 0 0,-1 2 0,0 0 0,0 0 0,-1 2 0,0 0 0,-1 0 0,0 1 0,16 15 0,-9-4 0,-1 0 0,0 2 0,-2 0 0,26 41 0,-15-18 0,61 112 0,-80-137 0,-1 0 0,-2 0 0,0 1 0,-1 0 0,6 44 0,-7-3 0,-2-1 0,-10 102 0,5-155 0,0 0 0,0 0 0,-1 0 0,0 0 0,-1 0 0,0-1 0,0 1 0,-1-1 0,0 0 0,0-1 0,-1 1 0,-9 9 0,0-2 0,0-1 0,0-1 0,-1 0 0,-29 16 0,39-25 0,0 0 0,0-1 0,-1 0 0,1-1 0,-1 1 0,1-1 0,-1-1 0,0 1 0,0-1 0,0 0 0,-7 0 0,10-2 0,0 1 0,-1-1 0,1 0 0,0 0 0,0 0 0,0 0 0,0-1 0,0 0 0,0 0 0,1 0 0,-1 0 0,1-1 0,-1 1 0,1-1 0,0 0 0,0 0 0,0 0 0,-5-6 0,-3-8 0,1 1 0,0-1 0,1-1 0,1 0 0,1 0 0,0 0 0,-4-25 0,0-5 0,-6-83 0,11-61 0,8 160 0,1 0 0,1 1 0,2 0 0,10-32 0,-14 58 0,0 0 0,0-1 0,1 1 0,-1 0 0,1 0 0,0 1 0,0-1 0,1 1 0,-1-1 0,1 1 0,0 0 0,1 0 0,6-4 0,-5 3 0,1 2 0,0-1 0,0 1 0,0 0 0,1 1 0,-1-1 0,1 1 0,15-1 0,-7 2 0,1 0 0,0 1 0,0 2 0,0-1 0,0 2 0,0 0 0,-1 1 0,23 9 0,66 37 0,-7-4 0,-92-43 0,22 8 0,0 0 0,-1 2 0,26 17 0,-46-25 0,0-1 0,-1 1 0,1 1 0,-1-1 0,0 1 0,0 0 0,-1 1 0,0-1 0,0 1 0,-1 0 0,0 1 0,0-1 0,0 1 0,-1-1 0,4 16 0,-4-13 0,-2 0 0,1 0 0,-1 0 0,0 1 0,-1-1 0,-1 0 0,-2 18 0,2-22 0,-1-1 0,1 1 0,-1-1 0,-1 0 0,1 1 0,-1-1 0,0 0 0,0-1 0,0 1 0,-1 0 0,0-1 0,1 0 0,-2 0 0,1 0 0,-7 4 0,-4 2 78,-1-1 0,0-1 0,-24 9 0,-24 13-1755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9:13:15.59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95 24575,'0'-8'0,"0"-12"0,0-9 0,0-9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9:12:49.82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1817 424 24575,'-10'9'0,"0"-1"0,0-1 0,-16 10 0,-14 9 0,-15 17 0,3-1 0,-1-2 0,-3-3 0,-72 37 0,109-66 0,0-1 0,0-1 0,-1 0 0,0-2 0,0 0 0,0-1 0,-1-2 0,1 0 0,-36-2 0,51 0 0,-1 0 0,1 0 0,-1 0 0,1 0 0,0-1 0,0 0 0,-9-5 0,12 7 0,1-1 0,0 0 0,0 0 0,-1 0 0,1 0 0,0 0 0,0 0 0,0 0 0,0 0 0,0 0 0,0 0 0,1-1 0,-1 1 0,0 0 0,1-1 0,-1 1 0,1 0 0,-1-1 0,1 1 0,-1-1 0,1 1 0,0-1 0,0 1 0,0-1 0,0 1 0,0-1 0,0 1 0,0-1 0,0 1 0,1-1 0,-1 1 0,2-3 0,1-3 0,1 0 0,-1 0 0,2 1 0,-1-1 0,1 1 0,0 0 0,0 0 0,1 1 0,6-6 0,4-2 0,0 1 0,27-15 0,-3 5 0,0 2 0,2 2 0,71-22 0,-112 40 0,11-3 0,0 0 0,21-1 0,-31 3 0,0 1 0,0 0 0,0 0 0,0 0 0,0 0 0,0 0 0,0 0 0,0 1 0,0-1 0,0 1 0,0-1 0,0 1 0,0 0 0,0 0 0,0 0 0,-1 0 0,1 0 0,0 0 0,-1 0 0,1 0 0,-1 1 0,1-1 0,-1 1 0,3 2 0,-4-3 0,1 0 0,-1 0 0,0 0 0,0 0 0,1 1 0,-1-1 0,0 0 0,0 0 0,0 0 0,0 0 0,0 0 0,-1 0 0,1 0 0,0 0 0,0 0 0,-1 0 0,1 0 0,0 0 0,-1 0 0,1 0 0,-1 0 0,1 0 0,-1 0 0,0-1 0,-1 2 0,-22 19 0,6-11 0,1 0 0,-2-2 0,1 0 0,-1-1 0,0-1 0,0-1 0,-27 4 0,-8-1 0,-83 0 0,-70-10 0,72-1 0,123 4 0,0-2 0,1 0 0,-1 0 0,-18-5 0,26 5 0,0 0 0,1-1 0,0 1 0,-1-1 0,1 0 0,0 0 0,0 0 0,0 0 0,0-1 0,0 1 0,0-1 0,1 0 0,-1 1 0,1-1 0,0-1 0,0 1 0,0 0 0,-3-6 0,1-3 0,0 0 0,1 0 0,0 0 0,1-1 0,1 1 0,-1-21 0,7-75 0,-4 94 0,1 0 0,1 0 0,0 0 0,1 0 0,1 1 0,0 0 0,0 0 0,1 0 0,1 0 0,0 1 0,1 0 0,10-11 0,-12 16 0,0 0 0,1 1 0,0-1 0,0 1 0,0 1 0,1-1 0,0 2 0,0-1 0,1 1 0,-1 0 0,1 0 0,0 1 0,0 0 0,0 1 0,0 0 0,0 1 0,0-1 0,1 2 0,10 0 0,-16 0 0,0 0 0,0 0 0,-1 1 0,1-1 0,0 1 0,0 0 0,0 0 0,-1 1 0,1-1 0,-1 1 0,1 0 0,-1 0 0,0 0 0,1 0 0,-1 0 0,0 1 0,0-1 0,-1 1 0,1 0 0,-1 0 0,1 0 0,-1 0 0,0 1 0,0-1 0,0 0 0,-1 1 0,1-1 0,-1 1 0,2 4 0,-2 0 0,1 0 0,-1 0 0,-1-1 0,0 1 0,0 0 0,0 0 0,-1 0 0,0-1 0,0 1 0,-1 0 0,0-1 0,0 1 0,-7 12 0,4-10 0,-1 1 0,-1-1 0,0 0 0,0-1 0,0 0 0,-2 0 0,1-1 0,-1 0 0,0 0 0,0-1 0,-1 0 0,0 0 0,-17 7 0,13-8 0,-1 0 0,0-1 0,1-1 0,-1 0 0,-1-1 0,1-1 0,0 0 0,-1-1 0,1-1 0,-18-1 0,26-1 0,0 1 0,0-1 0,0 0 0,0 0 0,0-1 0,1 0 0,-1 0 0,1-1 0,0 1 0,0-2 0,-9-6 0,3 2 0,11 8 0,0 0 0,-1 0 0,1 0 0,0 1 0,-1-1 0,1 0 0,0 1 0,-1-1 0,1 1 0,-1-1 0,1 1 0,-1-1 0,1 1 0,-1 0 0,1 0 0,-1 0 0,1 0 0,-1 0 0,0 0 0,1 1 0,-1-1 0,1 0 0,-1 1 0,1-1 0,0 1 0,-1-1 0,1 1 0,-1 0 0,1 0 0,0 0 0,0-1 0,-1 1 0,1 0 0,0 1 0,0-1 0,0 0 0,0 0 0,0 0 0,0 1 0,1-1 0,-1 0 0,-1 3 0,-4 8 0,1 0 0,0 0 0,1 1 0,-4 15 0,3-10 0,4-12 0,-9 26 0,-18 42 0,23-64 0,-1 0 0,1 0 0,-2 0 0,1-1 0,-1 0 0,-1 0 0,1-1 0,-10 8 0,6-8 0,0 0 0,0-1 0,0 0 0,-1 0 0,0-1 0,-1-1 0,1 0 0,-1-1 0,-13 3 0,7-3 0,0-1 0,0-1 0,0-1 0,0-1 0,-33-4 0,47 4 0,0-1 0,0 0 0,0 0 0,0-1 0,0 1 0,0-1 0,1 0 0,-1-1 0,1 1 0,-1-1 0,1 0 0,-7-6 0,8 7 0,1-1 0,0 1 0,0-1 0,0 0 0,0 1 0,1-1 0,-1 0 0,1 0 0,-1-1 0,1 1 0,0 0 0,0 0 0,1 0 0,-1-1 0,1 1 0,-1 0 0,1-1 0,0 1 0,1-1 0,-1-3 0,2-2 0,0 1 0,0 0 0,1-1 0,0 1 0,0 0 0,1 1 0,0-1 0,0 0 0,1 1 0,0 0 0,0 0 0,1 1 0,0-1 0,0 1 0,0 1 0,9-7 0,0 2 0,0 0 0,0 2 0,1 0 0,0 0 0,0 2 0,1 0 0,18-4 0,37-8 0,-1-3 0,75-33 0,-129 45 0,28-19 0,-36 21 0,0 0 0,1 1 0,0 0 0,0 1 0,0 0 0,1 1 0,21-6 0,-29 9 0,-1 1 0,0 0 0,1-1 0,-1 1 0,1 0 0,-1 0 0,1 1 0,-1-1 0,1 1 0,-1-1 0,0 1 0,1 0 0,-1-1 0,0 1 0,0 0 0,1 1 0,-1-1 0,3 3 0,-1 0 0,1 1 0,-1-1 0,-1 1 0,1 0 0,5 10 0,-1-1 0,-8-13 0,0-1 0,1 1 0,-1 0 0,1 0 0,-1 0 0,1-1 0,-1 1 0,1 0 0,0-1 0,-1 1 0,1-1 0,0 1 0,-1 0 0,1-1 0,0 1 0,0-1 0,-1 0 0,1 1 0,0-1 0,0 0 0,0 1 0,0-1 0,0 0 0,-1 0 0,1 0 0,0 0 0,0 0 0,0 0 0,0 0 0,0 0 0,0 0 0,0 0 0,-1-1 0,1 1 0,0 0 0,0 0 0,1-1 0,2-2 0,0 0 0,0 0 0,0 0 0,0-1 0,5-6 0,2-2 0,1 1 0,0 2 0,0-1 0,1 2 0,1 0 0,-1 0 0,1 1 0,1 1 0,-1 0 0,1 1 0,0 1 0,0 0 0,24-3 0,16 2 0,-1 2 0,70 6 0,-58-1 0,725 2 0,-475-5 0,-272 4 0,-1 1 0,1 2 0,63 18 0,-38-1 0,-47-15 0,42 10 0,37 5 0,-55-11 0,77 8 0,249-15 0,-209-7 0,-143 2 0,10 1 0,0-2 0,0 0 0,0-2 0,50-12 0,-37 3 0,-13 4 0,0-1 0,0-1 0,38-20 0,-48 20 0,1 1 0,0 1 0,0 0 0,0 2 0,1 0 0,0 2 0,0 0 0,37 0 0,-59 3 0,0 1 0,0 0 0,0 0 0,0 0 0,0 0 0,0 0 0,0 0 0,1 0 0,-1 0 0,0 0 0,0 0 0,0 0 0,0 0 0,0 0 0,1-1 0,-1 1 0,0 0 0,0 0 0,0 0 0,0 0 0,0 0 0,0 0 0,1 0 0,-1 1 0,0-1 0,0 0 0,0 0 0,0 0 0,0 0 0,1 0 0,-1 0 0,0 0 0,0 0 0,0 0 0,0 0 0,0 0 0,0 0 0,0 1 0,1-1 0,-1 0 0,0 0 0,0 0 0,0 0 0,0 0 0,0 0 0,0 0 0,0 1 0,0-1 0,0 0 0,0 0 0,0 0 0,0 0 0,0 0 0,0 1 0,0-1 0,0 0 0,0 0 0,0 0 0,0 0 0,0 0 0,0 1 0,-10 7 0,-21 9 0,-81 35 0,-96 50 0,198-96 0,4-2 0,-1 0 0,1 0 0,-1-1 0,-10 4 0,15-6 0,1-1 0,0 0 0,-1 1 0,1-1 0,-1 0 0,1 0 0,-1 0 0,1 0 0,0 0 0,-1 0 0,1 0 0,-1 0 0,1-1 0,-1 1 0,1 0 0,0-1 0,-1 1 0,1-1 0,0 0 0,-1 0 0,1 1 0,0-1 0,0 0 0,0 0 0,0 0 0,0 0 0,0 0 0,-2-2 0,1-2 0,0 1 0,0-1 0,0 0 0,0 0 0,1 0 0,0 0 0,0 0 0,0 0 0,0 0 0,1 0 0,0 0 0,0 0 0,1 0 0,-1 0 0,1 0 0,0 0 0,2-6 0,2-7 0,1 1 0,1 0 0,12-24 0,-11 27 0,0 2 0,1-1 0,1 2 0,0-1 0,0 1 0,1 0 0,0 1 0,1 1 0,0-1 0,1 2 0,0 0 0,0 0 0,1 2 0,23-10 0,-6 6 0,1 1 0,0 1 0,0 2 0,1 1 0,57-1 0,-75 6 0,0 0 0,-1 2 0,1 0 0,-1 0 0,0 2 0,16 4 0,78 39 0,-73-30 0,-27-13 0,0 0 0,0 0 0,-1 1 0,1 0 0,-1 0 0,0 1 0,-1 0 0,0 0 0,10 12 0,-9-8 0,-1 0 0,-1 1 0,1-1 0,-2 1 0,0 0 0,6 22 0,-7-21 0,0-2 0,0 1 0,-1-1 0,-1 1 0,2 14 0,-3-22 0,0 0 0,-1-1 0,1 1 0,0 0 0,-1-1 0,0 1 0,1-1 0,-1 1 0,0-1 0,0 1 0,0-1 0,-1 1 0,1-1 0,-1 0 0,1 0 0,-1 0 0,0 0 0,1 0 0,-1 0 0,0 0 0,0-1 0,-1 1 0,-2 1 0,-3 1 0,0-1 0,-1 0 0,1 0 0,-1-1 0,0 0 0,0-1 0,0 0 0,0 0 0,0-1 0,0 0 0,0 0 0,0-1 0,1-1 0,-1 1 0,0-1 0,0-1 0,1 1 0,-1-2 0,1 1 0,0-1 0,-9-6 0,2-1 0,1-2 0,0 0 0,1 0 0,0-2 0,1 1 0,-14-24 0,18 26 0,0-1 0,2-1 0,-1 1 0,1-1 0,1 0 0,1-1 0,0 1 0,-3-24 0,6 32 0,1 1 0,0-1 0,0 0 0,1 1 0,0-1 0,0 0 0,0 1 0,1-1 0,-1 1 0,1 0 0,1 0 0,-1-1 0,1 1 0,0 1 0,0-1 0,0 0 0,0 1 0,1-1 0,0 1 0,7-6 0,-8 8 0,1-1 0,0 0 0,0 1 0,0 0 0,0 0 0,1 0 0,-1 1 0,0-1 0,1 1 0,-1 0 0,1 0 0,0 1 0,-1-1 0,1 1 0,0 0 0,-1 0 0,1 1 0,-1-1 0,1 1 0,0 0 0,-1 0 0,0 1 0,1-1 0,-1 1 0,7 4 0,4 2 0,-1 2 0,0 0 0,0 1 0,-1 0 0,-1 1 0,0 0 0,0 1 0,-1 1 0,-1 0 0,0 0 0,-1 1 0,-1 0 0,0 0 0,10 30 0,-9-18 0,-1 0 0,-2 1 0,0 0 0,-2 0 0,-2 0 0,0 0 0,-1 1 0,-5 38 0,2-57 0,1-1 0,-2 1 0,1 0 0,-1-1 0,0 0 0,-1 0 0,0 0 0,-1 0 0,0 0 0,0-1 0,-1 0 0,-6 8 0,-8 5 0,-1-2 0,-41 32 0,19-17 0,-8 6 0,-3-2 0,-1-2 0,-1-3 0,-2-3 0,-78 30 0,108-50 0,0-1 0,-1-1 0,-54 8 0,68-15 0,1 0 0,-1 0 0,1-2 0,0 0 0,-1 0 0,1-1 0,0-1 0,0 0 0,0-1 0,-13-6 0,6 0 0,2-1 0,0 0 0,-30-24 0,-46-50 0,89 80 0,-1-1 0,-1-1 0,0 1 0,0 0 0,-1 1 0,0 0 0,0 0 0,0 1 0,-12-4 0,-4 1 0,0 2 0,-27-3 0,41 6 0,0 0 0,0-1 0,0 0 0,1-1 0,0 0 0,-1-1 0,-14-8 0,9 2 0,0-1 0,1 0 0,-21-22 0,12 13 0,0 1 0,-29-18 0,-7-6 0,23 22 0,32 20 0,-1-1 0,1 0 0,0 0 0,0 0 0,0-1 0,-4-4 0,9 8 0,0 0 0,0 0 0,0 0 0,0 0 0,0-1 0,0 1 0,0 0 0,0 0 0,0 0 0,0-1 0,0 1 0,0 0 0,0 0 0,0 0 0,0-1 0,0 1 0,0 0 0,0 0 0,0 0 0,0-1 0,0 1 0,0 0 0,0 0 0,0 0 0,0 0 0,0-1 0,1 1 0,-1 0 0,0 0 0,0 0 0,0 0 0,0 0 0,0-1 0,1 1 0,-1 0 0,0 0 0,0 0 0,0 0 0,0 0 0,1 0 0,-1 0 0,0 0 0,0 0 0,0 0 0,1 0 0,-1 0 0,0 0 0,0 0 0,0 0 0,1 0 0,-1 0 0,0 0 0,0 0 0,0 0 0,1 0 0,-1 0 0,0 0 0,20-3 0,-1 1 0,1 0 0,0 2 0,21 2 0,5-1 0,571 3 0,-586-5 0,0-2 0,0-1 0,-1-2 0,1-1 0,-1-1 0,48-20 0,-57 20 0,0 1 0,0 1 0,1 0 0,33-3 0,-26 12 0,-29-3 0,0 0 0,0 0 0,1 0 0,-1 0 0,0 0 0,0 1 0,0-1 0,1 0 0,-1 0 0,0 0 0,0 0 0,0 0 0,1 0 0,-1 1 0,0-1 0,0 0 0,0 0 0,0 0 0,0 1 0,1-1 0,-1 0 0,0 0 0,0 0 0,0 1 0,0-1 0,0 0 0,0 0 0,0 0 0,0 1 0,0-1 0,0 0 0,0 0 0,0 1 0,0-1 0,0 0 0,0 0 0,0 0 0,0 1 0,0-1 0,0 0 0,0 0 0,0 1 0,0-1 0,-1 0 0,1 0 0,0 0 0,0 1 0,0-1 0,0 0 0,0 0 0,-1 0 0,1 0 0,0 0 0,0 1 0,0-1 0,0 0 0,-1 0 0,1 0 0,0 0 0,0 0 0,-1 0 0,1 0 0,0 0 0,0 0 0,0 0 0,-1 0 0,-16 8 0,-7-1 0,-1-2 0,1 0 0,-39 1 0,-78-4 0,92-2 0,-551-2 0,588 2 0,-1 0 0,1 1 0,0 1 0,-1 0 0,1 0 0,0 1 0,1 1 0,-1 0 0,0 1 0,1 0 0,0 0 0,0 1 0,1 1 0,0 0 0,-18 15 0,18-14 0,-1 1 0,-1-2 0,0 0 0,0 0 0,0-1 0,0-1 0,-1 0 0,0-1 0,0 0 0,0-1 0,-25 3 0,-10-2 0,-97-5 0,81-1 0,-621-1 0,466 3 0,201 0 0,-1-1 0,-24-4 0,36 4 0,1-1 0,0 0 0,-1 0 0,1 0 0,0 0 0,0-1 0,1 0 0,-1 0 0,0-1 0,-4-4 0,9 8 0,0-1 0,0 0 0,0 1 0,0-1 0,0 0 0,1 0 0,-1 0 0,0 0 0,1 0 0,-1 0 0,0 0 0,1 0 0,-1 0 0,1 0 0,0 0 0,-1 0 0,1 0 0,0 0 0,0 0 0,-1-1 0,1 1 0,0-1 0,1 1 0,-1 0 0,1 0 0,-1 0 0,1 0 0,0 0 0,-1 0 0,1 0 0,0 0 0,-1 0 0,1 0 0,0 0 0,0 1 0,0-1 0,0 0 0,0 1 0,0-1 0,0 1 0,1-1 0,6-2 0,0 0 0,-1 1 0,1 0 0,1 0 0,8 0 0,97-6 0,128 9 0,-114 2 0,-108-3 0,1 2 0,-1 0 0,1 1 0,-1 1 0,0 1 0,26 10 0,-38-11 0,1 0 0,-1 0 0,0 1 0,0 0 0,0 0 0,0 1 0,6 7 0,-10-9 0,0 0 0,-1 0 0,0 1 0,1-1 0,-1 1 0,-1 0 0,1 0 0,-1 0 0,0 0 0,0 0 0,0 1 0,1 9 0,-3-12 0,1-1 0,-1 1 0,0 0 0,0-1 0,0 1 0,0 0 0,-1-1 0,1 1 0,-1 0 0,1-1 0,-1 1 0,0-1 0,0 1 0,0-1 0,0 1 0,-1-1 0,-2 5 0,1-4 0,0 0 0,0-1 0,-1 1 0,1 0 0,-1-1 0,1 0 0,-1 0 0,0 0 0,1 0 0,-8 1 0,-7 2 0,-1-1 0,0-1 0,0-1 0,-22 0 0,27-1 0,-438-2 0,181-3 0,-590 4 0,848 1 0,1-1 0,0-1 0,-1 0 0,1-1 0,-18-5 0,29 7 0,0 0 0,-1 0 0,1-1 0,0 1 0,0-1 0,0 1 0,0-1 0,0 1 0,0-1 0,0 1 0,0-1 0,0 0 0,0 0 0,0 1 0,0-1 0,0 0 0,1 0 0,-1 0 0,0 0 0,0 0 0,1 0 0,-1 0 0,1 0 0,-1 0 0,1 0 0,0 0 0,-1-1 0,1 1 0,0 0 0,0 0 0,0 0 0,0-2 0,0 1 0,1 0 0,0 0 0,0 0 0,0 1 0,1-1 0,-1 0 0,0 1 0,1-1 0,-1 1 0,1 0 0,-1-1 0,1 1 0,0 0 0,-1 0 0,1 0 0,0 0 0,0 0 0,4-1 0,15-5 0,1 1 0,0 1 0,0 1 0,33-2 0,96 1 0,-130 5 0,24 0 0,-1-1 0,79-14 0,151-44 0,-71 20 0,-149 28 0,0 3 0,75-2 0,112 11 0,-98 1 0,-111-4 0,0-1 0,61-14 0,-10 1 0,29-10 0,-80 16 0,0 2 0,45-5 0,-23 8 0,67-15 0,-93 13 0,0-1 0,-1-1 0,-1-2 0,32-16 0,-33 15 0,0 2 0,1 0 0,0 2 0,1 0 0,0 2 0,34-3 0,-31 3 0,-1-2 0,1-1 0,-2-1 0,34-16 0,32-10 0,-49 20 0,-23 9 0,-1 1 0,2 1 0,-1 1 0,0 0 0,1 2 0,0 1 0,29 2 0,-48-1 0,0 0 0,1 1 0,-1 0 0,0 0 0,0 0 0,0 0 0,0 0 0,0 1 0,0 0 0,0 0 0,-1 0 0,1 0 0,-1 1 0,1-1 0,-1 1 0,0 0 0,0 0 0,0 0 0,0 0 0,3 6 0,-2-1 0,0-1 0,-1 1 0,0 0 0,0 1 0,-1-1 0,0 0 0,-1 1 0,0-1 0,1 11 0,-1-3 0,-1-1 0,0 1 0,-1 0 0,-4 26 0,2-33 0,0 0 0,0 0 0,0 0 0,-1-1 0,-1 1 0,1-1 0,-1 0 0,-1-1 0,-7 11 0,-8 4 0,0-1 0,-1-1 0,-1-1 0,-1 0 0,0-2 0,-2-1 0,-51 24 0,59-31 0,1 2 0,1 0 0,-24 19 0,1 0 0,34-26-105,-1 1 0,1-1 0,0 1 0,0 0 0,1 0 0,0 1 0,-1-1 0,2 1 0,-1 0 0,1 0 0,0 0 0,-4 13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9:12:52.3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346 422 24575,'-1'2'0,"1"1"0,-1-1 0,0 0 0,0 0 0,0 0 0,0 0 0,0 0 0,-1 0 0,1 0 0,-1 0 0,1 0 0,-1-1 0,0 1 0,1 0 0,-1-1 0,0 0 0,-3 2 0,3-1 0,-40 30 0,-83 70 0,116-94 0,0 0 0,-1 0 0,0-1 0,-14 8 0,20-13 0,-1 0 0,0 0 0,1 0 0,-1 0 0,0-1 0,0 0 0,0 0 0,0 0 0,0 0 0,0-1 0,0 0 0,-8-1 0,12 1 0,1 0 0,-1 0 0,0 0 0,0 0 0,0 0 0,0-1 0,1 1 0,-1 0 0,0 0 0,0-1 0,1 1 0,-1 0 0,0-1 0,1 1 0,-1-1 0,0 1 0,1-1 0,-1 0 0,1 1 0,-1-1 0,0-1 0,1 2 0,0-1 0,-1 0 0,1 1 0,0-1 0,0 0 0,0 0 0,0 1 0,1-1 0,-1 0 0,0 1 0,0-1 0,0 0 0,0 1 0,1-1 0,-1 0 0,0 1 0,1-1 0,-1 0 0,1 0 0,2-3 0,0 1 0,0 0 0,1-1 0,-1 1 0,1 0 0,6-4 0,12-4 0,0 1 0,1 1 0,0 1 0,32-6 0,10-5 0,55-28 0,-102 38 0,-1-1 0,0 0 0,25-22 0,3-1 0,-36 27 0,38-27 0,87-43 0,-125 71 0,121-51 0,-106 48 0,0 0 0,0 2 0,42-6 0,175-28 0,-137 8 0,-54 16 0,-33 9 85,1 0 1,-1-1-1,25-16 0,-28 14-426,1 2 0,0 0-1,1 1 1,20-7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9:12:56.09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4038 533 24575,'-577'0'0,"547"2"0,1 1 0,0 2 0,-38 10 0,33-7 0,-66 7 0,-287-11 0,200-7 0,166 4 0,-1 0 0,-34 7 0,45-6 0,1 1 0,1-1 0,-1 2 0,0 0 0,1 0 0,0 0 0,-16 11 0,23-13 0,0-1 0,-1 1 0,1 0 0,0 1 0,0-1 0,0 0 0,1 0 0,-1 1 0,1-1 0,-1 1 0,1 0 0,0-1 0,0 1 0,0 0 0,0 0 0,0 0 0,1-1 0,-1 1 0,1 0 0,0 0 0,0 0 0,0 0 0,0 0 0,0 0 0,1 0 0,-1 0 0,1-1 0,0 1 0,0 0 0,0 0 0,0 0 0,0-1 0,1 1 0,-1-1 0,1 1 0,0-1 0,0 0 0,-1 0 0,1 1 0,1-1 0,-1 0 0,0-1 0,4 3 0,1-2 0,-12-9 0,-14-10 0,-29-23 0,33 27 0,0 0 0,0 1 0,-29-16 0,7 9 0,-1 2 0,0 2 0,-42-11 0,69 23 0,0-1 0,0-1 0,0 0 0,0 0 0,1-1 0,-16-11 0,-52-50 0,58 48 0,0 1 0,-2 1 0,-26-16 0,29 24 0,-1 0 0,1 2 0,-2 0 0,1 1 0,-1 2 0,-24-4 0,19 4 0,1-1 0,0-1 0,-41-15 0,32 3 0,1 0 0,-35-27 0,-20-12 0,48 35 0,-80-32 0,97 46 0,-1 0 0,-1 2 0,1 1 0,-1 1 0,-26 0 0,33 2 0,0 2 0,0 0 0,0 1 0,1 1 0,-1 1 0,0 0 0,1 1 0,-34 13 0,36-11 0,0 1 0,1 1 0,-1 0 0,2 1 0,-1 0 0,1 1 0,0 0 0,1 1 0,1 1 0,-17 20 0,17-17 0,-1 0 0,-1-1 0,0-1 0,0 0 0,-20 14 0,23-21 0,1 0 0,-1 0 0,0-1 0,0-1 0,0 0 0,0 0 0,-1-1 0,0 0 0,0-1 0,-13 1 0,-47 0 0,42-3 0,-33 5 0,53-3 0,-1 0 0,0 0 0,0 1 0,1 0 0,0 1 0,-1 0 0,-9 5 0,-5 7-455,0 1 0,-25 23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9:12:57.98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0 628 24575,'0'-8'0,"8"-12"0,3-17 0,-1-12 0,-2-5 0,-3-1 0,-1 0 0,-2-7 0,-1-1 0,-1 2 0,-1 4 0,1 2 0,-1 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1778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customXml" Target="../ink/ink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customXml" Target="../ink/ink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png"/><Relationship Id="rId5" Type="http://schemas.openxmlformats.org/officeDocument/2006/relationships/customXml" Target="../ink/ink3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customXml" Target="../ink/ink4.xml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customXml" Target="../ink/ink5.xml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Relationship Id="rId1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1.png"/><Relationship Id="rId7" Type="http://schemas.openxmlformats.org/officeDocument/2006/relationships/customXml" Target="../ink/ink7.xml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3.png"/><Relationship Id="rId11" Type="http://schemas.openxmlformats.org/officeDocument/2006/relationships/customXml" Target="../ink/ink9.xml"/><Relationship Id="rId5" Type="http://schemas.openxmlformats.org/officeDocument/2006/relationships/customXml" Target="../ink/ink6.xml"/><Relationship Id="rId10" Type="http://schemas.openxmlformats.org/officeDocument/2006/relationships/image" Target="../media/image35.png"/><Relationship Id="rId4" Type="http://schemas.openxmlformats.org/officeDocument/2006/relationships/image" Target="../media/image32.png"/><Relationship Id="rId9" Type="http://schemas.openxmlformats.org/officeDocument/2006/relationships/customXml" Target="../ink/ink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400895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Real-time Particle System using OpenGL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422957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Belal Hesham232465 &amp; Abdelrahman Mohamed233729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84763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Supervisor: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Prof. Tamer M. Nassef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46568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Supervisor: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ENG. Youssef Amer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5806" y="761643"/>
            <a:ext cx="7672388" cy="1379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Introduction: Dynamic Fire Simulation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735806" y="2456378"/>
            <a:ext cx="7672388" cy="1009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showcases a real-time 3D particle-based fire simulation. Implemented with OpenGL Legacy and CPU-based physics, it features 3D particle movement, vortex motion, and user-controlled lateral forces.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735806" y="3701891"/>
            <a:ext cx="3731062" cy="1946077"/>
          </a:xfrm>
          <a:prstGeom prst="roundRect">
            <a:avLst>
              <a:gd name="adj" fmla="val 5638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Shape 3"/>
          <p:cNvSpPr/>
          <p:nvPr/>
        </p:nvSpPr>
        <p:spPr>
          <a:xfrm>
            <a:off x="712946" y="3701891"/>
            <a:ext cx="91440" cy="1946077"/>
          </a:xfrm>
          <a:prstGeom prst="roundRect">
            <a:avLst>
              <a:gd name="adj" fmla="val 96570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4"/>
          <p:cNvSpPr/>
          <p:nvPr/>
        </p:nvSpPr>
        <p:spPr>
          <a:xfrm>
            <a:off x="1037392" y="3934897"/>
            <a:ext cx="2759393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Realistic Visuals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1037392" y="4405908"/>
            <a:ext cx="3196471" cy="1009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Achieving lifelike fire effects through advanced particle dynamics.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4677013" y="3701891"/>
            <a:ext cx="3731181" cy="1946077"/>
          </a:xfrm>
          <a:prstGeom prst="roundRect">
            <a:avLst>
              <a:gd name="adj" fmla="val 5638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Shape 7"/>
          <p:cNvSpPr/>
          <p:nvPr/>
        </p:nvSpPr>
        <p:spPr>
          <a:xfrm>
            <a:off x="4654153" y="3701891"/>
            <a:ext cx="91440" cy="1946077"/>
          </a:xfrm>
          <a:prstGeom prst="roundRect">
            <a:avLst>
              <a:gd name="adj" fmla="val 96570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8"/>
          <p:cNvSpPr/>
          <p:nvPr/>
        </p:nvSpPr>
        <p:spPr>
          <a:xfrm>
            <a:off x="4978598" y="3934897"/>
            <a:ext cx="2759393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Core Concepts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4978598" y="4405908"/>
            <a:ext cx="3196590" cy="1009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Demonstrates fundamental computer graphics and animation principles.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735806" y="5858113"/>
            <a:ext cx="3731062" cy="1609725"/>
          </a:xfrm>
          <a:prstGeom prst="roundRect">
            <a:avLst>
              <a:gd name="adj" fmla="val 681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Shape 11"/>
          <p:cNvSpPr/>
          <p:nvPr/>
        </p:nvSpPr>
        <p:spPr>
          <a:xfrm>
            <a:off x="712946" y="5858113"/>
            <a:ext cx="91440" cy="1609725"/>
          </a:xfrm>
          <a:prstGeom prst="roundRect">
            <a:avLst>
              <a:gd name="adj" fmla="val 96570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5" name="Text 12"/>
          <p:cNvSpPr/>
          <p:nvPr/>
        </p:nvSpPr>
        <p:spPr>
          <a:xfrm>
            <a:off x="1037392" y="6091118"/>
            <a:ext cx="2932509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Real-time Performance</a:t>
            </a:r>
            <a:endParaRPr lang="en-US" sz="2150" dirty="0"/>
          </a:p>
        </p:txBody>
      </p:sp>
      <p:sp>
        <p:nvSpPr>
          <p:cNvPr id="16" name="Text 13"/>
          <p:cNvSpPr/>
          <p:nvPr/>
        </p:nvSpPr>
        <p:spPr>
          <a:xfrm>
            <a:off x="1037392" y="6562130"/>
            <a:ext cx="3196471" cy="672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Ensuring smooth interaction and visual feedback.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6636" y="575191"/>
            <a:ext cx="7730728" cy="132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Overview: Core Components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706636" y="2203133"/>
            <a:ext cx="807601" cy="1211461"/>
          </a:xfrm>
          <a:prstGeom prst="roundRect">
            <a:avLst>
              <a:gd name="adj" fmla="val 360030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Text 2"/>
          <p:cNvSpPr/>
          <p:nvPr/>
        </p:nvSpPr>
        <p:spPr>
          <a:xfrm>
            <a:off x="959048" y="2619613"/>
            <a:ext cx="302776" cy="37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1716048" y="2404943"/>
            <a:ext cx="2749034" cy="331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CPU-based Simulation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1716048" y="2857262"/>
            <a:ext cx="6721316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Manages particle behavior and physics calculations.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06636" y="3616404"/>
            <a:ext cx="807601" cy="1211461"/>
          </a:xfrm>
          <a:prstGeom prst="roundRect">
            <a:avLst>
              <a:gd name="adj" fmla="val 360030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Text 6"/>
          <p:cNvSpPr/>
          <p:nvPr/>
        </p:nvSpPr>
        <p:spPr>
          <a:xfrm>
            <a:off x="959048" y="4032885"/>
            <a:ext cx="302776" cy="37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350" dirty="0"/>
          </a:p>
        </p:txBody>
      </p:sp>
      <p:sp>
        <p:nvSpPr>
          <p:cNvPr id="10" name="Text 7"/>
          <p:cNvSpPr/>
          <p:nvPr/>
        </p:nvSpPr>
        <p:spPr>
          <a:xfrm>
            <a:off x="1716048" y="3818215"/>
            <a:ext cx="2650093" cy="331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OpenGL Rendering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1716048" y="4270534"/>
            <a:ext cx="6721316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Utilizes the fixed-function pipeline for visual output.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706636" y="5029676"/>
            <a:ext cx="807601" cy="1211461"/>
          </a:xfrm>
          <a:prstGeom prst="roundRect">
            <a:avLst>
              <a:gd name="adj" fmla="val 360030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Text 10"/>
          <p:cNvSpPr/>
          <p:nvPr/>
        </p:nvSpPr>
        <p:spPr>
          <a:xfrm>
            <a:off x="959048" y="5446157"/>
            <a:ext cx="302776" cy="37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350" dirty="0"/>
          </a:p>
        </p:txBody>
      </p:sp>
      <p:sp>
        <p:nvSpPr>
          <p:cNvPr id="14" name="Text 11"/>
          <p:cNvSpPr/>
          <p:nvPr/>
        </p:nvSpPr>
        <p:spPr>
          <a:xfrm>
            <a:off x="1716048" y="5231487"/>
            <a:ext cx="2650093" cy="331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Interactive Camera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1716048" y="5683806"/>
            <a:ext cx="6721316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Orbit camera with mouse and keyboard controls for dynamic viewing.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706636" y="6442948"/>
            <a:ext cx="807601" cy="1211461"/>
          </a:xfrm>
          <a:prstGeom prst="roundRect">
            <a:avLst>
              <a:gd name="adj" fmla="val 360030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Text 14"/>
          <p:cNvSpPr/>
          <p:nvPr/>
        </p:nvSpPr>
        <p:spPr>
          <a:xfrm>
            <a:off x="959048" y="6859429"/>
            <a:ext cx="302776" cy="37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2350" dirty="0"/>
          </a:p>
        </p:txBody>
      </p:sp>
      <p:sp>
        <p:nvSpPr>
          <p:cNvPr id="18" name="Text 15"/>
          <p:cNvSpPr/>
          <p:nvPr/>
        </p:nvSpPr>
        <p:spPr>
          <a:xfrm>
            <a:off x="1716048" y="6644759"/>
            <a:ext cx="2766536" cy="331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Wind &amp; Vortex Control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1716048" y="7097078"/>
            <a:ext cx="6721316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Lateral wind and optional vortex motion for enhanced realism.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8661" y="564594"/>
            <a:ext cx="10327124" cy="673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Particle Structure: Defining Fire Elements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18661" y="1730931"/>
            <a:ext cx="6346031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particle is defined by key properties: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8661" y="2244328"/>
            <a:ext cx="6346031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 (x, y, z):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3D coordinates.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8661" y="2644735"/>
            <a:ext cx="6346031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Velocity (vx, vy, vz):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Movement direction and speed.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8661" y="3045143"/>
            <a:ext cx="6346031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 (life, maxLife):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Manages particle duration.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8661" y="3445550"/>
            <a:ext cx="6346031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Angle &amp; Spin: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Controls rotation for visual variation.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8661" y="3958947"/>
            <a:ext cx="6346031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Particles are initialized with randomized values for natural fire behavior.</a:t>
            </a:r>
            <a:endParaRPr lang="en-US" sz="1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369" y="1777127"/>
            <a:ext cx="6346031" cy="63460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692723"/>
            <a:ext cx="1071026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Simulation &amp; Physics: The Update Loop</a:t>
            </a:r>
            <a:endParaRPr lang="en-US" sz="46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777145"/>
            <a:ext cx="4347567" cy="90725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20604" y="5911215"/>
            <a:ext cx="300609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Lifetime Management</a:t>
            </a:r>
            <a:endParaRPr lang="en-US" sz="2300" dirty="0"/>
          </a:p>
        </p:txBody>
      </p:sp>
      <p:sp>
        <p:nvSpPr>
          <p:cNvPr id="6" name="Text 2"/>
          <p:cNvSpPr/>
          <p:nvPr/>
        </p:nvSpPr>
        <p:spPr>
          <a:xfrm>
            <a:off x="1020604" y="6419374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Particles respawn upon reaching zero lifetime.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1357" y="4777145"/>
            <a:ext cx="4347567" cy="90725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68171" y="591121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Movement Update</a:t>
            </a:r>
            <a:endParaRPr lang="en-US" sz="2300" dirty="0"/>
          </a:p>
        </p:txBody>
      </p:sp>
      <p:sp>
        <p:nvSpPr>
          <p:cNvPr id="9" name="Text 4"/>
          <p:cNvSpPr/>
          <p:nvPr/>
        </p:nvSpPr>
        <p:spPr>
          <a:xfrm>
            <a:off x="5368171" y="6419374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 updated based on velocity and time, incorporating side forces.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8924" y="4777145"/>
            <a:ext cx="4347567" cy="90725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5738" y="591121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Vortex &amp; Angle</a:t>
            </a:r>
            <a:endParaRPr lang="en-US" sz="2300" dirty="0"/>
          </a:p>
        </p:txBody>
      </p:sp>
      <p:sp>
        <p:nvSpPr>
          <p:cNvPr id="12" name="Text 6"/>
          <p:cNvSpPr/>
          <p:nvPr/>
        </p:nvSpPr>
        <p:spPr>
          <a:xfrm>
            <a:off x="9715738" y="6419374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Particles rotate around the Y-axis and spin for realism.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14BA4F9-AE6E-744B-5333-F371249ADC30}"/>
                  </a:ext>
                </a:extLst>
              </p14:cNvPr>
              <p14:cNvContentPartPr/>
              <p14:nvPr/>
            </p14:nvContentPartPr>
            <p14:xfrm>
              <a:off x="12931968" y="7779226"/>
              <a:ext cx="1511280" cy="3308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14BA4F9-AE6E-744B-5333-F371249ADC3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868968" y="7716226"/>
                <a:ext cx="1636920" cy="456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393" y="527566"/>
            <a:ext cx="7281862" cy="629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Dynamic Forces: Wind &amp; Vortex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671393" y="1636514"/>
            <a:ext cx="3021568" cy="377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Lateral Force Control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671393" y="2205990"/>
            <a:ext cx="6409849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A/D keys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control </a:t>
            </a: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sideForceTarget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(-1 for left, +1 for right).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71393" y="2685455"/>
            <a:ext cx="6409849" cy="61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sideForce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smoothly interpolates towards the target, creating a fluid swaying motion for the fire.</a:t>
            </a:r>
            <a:endParaRPr lang="en-US" sz="15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9017C6-1B23-B54E-E46C-33D3F6467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98" y="3520457"/>
            <a:ext cx="5401442" cy="401902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A06996A-788C-76E9-7345-39B5EB0637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3471744"/>
            <a:ext cx="5352009" cy="423029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883A629-3CAE-DCF2-6B94-4EFA177B462E}"/>
                  </a:ext>
                </a:extLst>
              </p14:cNvPr>
              <p14:cNvContentPartPr/>
              <p14:nvPr/>
            </p14:nvContentPartPr>
            <p14:xfrm>
              <a:off x="12803800" y="7653680"/>
              <a:ext cx="1647000" cy="5158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883A629-3CAE-DCF2-6B94-4EFA177B462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40800" y="7590680"/>
                <a:ext cx="1772640" cy="641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4698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6264" y="460653"/>
            <a:ext cx="6445568" cy="549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Rendering: Visualizing Particles</a:t>
            </a:r>
            <a:endParaRPr lang="en-US" sz="3450" dirty="0"/>
          </a:p>
        </p:txBody>
      </p:sp>
      <p:sp>
        <p:nvSpPr>
          <p:cNvPr id="4" name="Shape 1"/>
          <p:cNvSpPr/>
          <p:nvPr/>
        </p:nvSpPr>
        <p:spPr>
          <a:xfrm>
            <a:off x="586264" y="1512808"/>
            <a:ext cx="7971473" cy="1252418"/>
          </a:xfrm>
          <a:prstGeom prst="roundRect">
            <a:avLst>
              <a:gd name="adj" fmla="val 8761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Shape 2"/>
          <p:cNvSpPr/>
          <p:nvPr/>
        </p:nvSpPr>
        <p:spPr>
          <a:xfrm>
            <a:off x="586264" y="1489948"/>
            <a:ext cx="7971473" cy="91440"/>
          </a:xfrm>
          <a:prstGeom prst="roundRect">
            <a:avLst>
              <a:gd name="adj" fmla="val 76951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Shape 3"/>
          <p:cNvSpPr/>
          <p:nvPr/>
        </p:nvSpPr>
        <p:spPr>
          <a:xfrm>
            <a:off x="4320719" y="1261586"/>
            <a:ext cx="502563" cy="502563"/>
          </a:xfrm>
          <a:prstGeom prst="roundRect">
            <a:avLst>
              <a:gd name="adj" fmla="val 181947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4"/>
          <p:cNvSpPr/>
          <p:nvPr/>
        </p:nvSpPr>
        <p:spPr>
          <a:xfrm>
            <a:off x="4471452" y="1387197"/>
            <a:ext cx="200978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76645" y="1931551"/>
            <a:ext cx="2198846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Quad Representation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6645" y="2306836"/>
            <a:ext cx="7590711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particle is drawn as a 3D quad.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86264" y="3183969"/>
            <a:ext cx="7971473" cy="1260038"/>
          </a:xfrm>
          <a:prstGeom prst="roundRect">
            <a:avLst>
              <a:gd name="adj" fmla="val 8708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Shape 8"/>
          <p:cNvSpPr/>
          <p:nvPr/>
        </p:nvSpPr>
        <p:spPr>
          <a:xfrm>
            <a:off x="586264" y="3161109"/>
            <a:ext cx="7971473" cy="91440"/>
          </a:xfrm>
          <a:prstGeom prst="roundRect">
            <a:avLst>
              <a:gd name="adj" fmla="val 76951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Shape 9"/>
          <p:cNvSpPr/>
          <p:nvPr/>
        </p:nvSpPr>
        <p:spPr>
          <a:xfrm>
            <a:off x="4320719" y="2932748"/>
            <a:ext cx="502563" cy="502563"/>
          </a:xfrm>
          <a:prstGeom prst="roundRect">
            <a:avLst>
              <a:gd name="adj" fmla="val 181947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" name="Text 10"/>
          <p:cNvSpPr/>
          <p:nvPr/>
        </p:nvSpPr>
        <p:spPr>
          <a:xfrm>
            <a:off x="4471452" y="3058358"/>
            <a:ext cx="200978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776645" y="3602712"/>
            <a:ext cx="2198846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Additive Blending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76645" y="3977997"/>
            <a:ext cx="7590711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glColor4f(1.0f, 0.5f*alpha, 0.1f, alpha)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glowing effect.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86264" y="4862751"/>
            <a:ext cx="7971473" cy="1252418"/>
          </a:xfrm>
          <a:prstGeom prst="roundRect">
            <a:avLst>
              <a:gd name="adj" fmla="val 8761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Shape 14"/>
          <p:cNvSpPr/>
          <p:nvPr/>
        </p:nvSpPr>
        <p:spPr>
          <a:xfrm>
            <a:off x="586264" y="4839891"/>
            <a:ext cx="7971473" cy="91440"/>
          </a:xfrm>
          <a:prstGeom prst="roundRect">
            <a:avLst>
              <a:gd name="adj" fmla="val 76951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8" name="Shape 15"/>
          <p:cNvSpPr/>
          <p:nvPr/>
        </p:nvSpPr>
        <p:spPr>
          <a:xfrm>
            <a:off x="4320719" y="4611529"/>
            <a:ext cx="502563" cy="502563"/>
          </a:xfrm>
          <a:prstGeom prst="roundRect">
            <a:avLst>
              <a:gd name="adj" fmla="val 181947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9" name="Text 16"/>
          <p:cNvSpPr/>
          <p:nvPr/>
        </p:nvSpPr>
        <p:spPr>
          <a:xfrm>
            <a:off x="4471452" y="4737140"/>
            <a:ext cx="200978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776645" y="5281493"/>
            <a:ext cx="2198846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Life-based Scaling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776645" y="5656778"/>
            <a:ext cx="7590711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Particle size scales with remaining life.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6264" y="6533912"/>
            <a:ext cx="7971473" cy="1252418"/>
          </a:xfrm>
          <a:prstGeom prst="roundRect">
            <a:avLst>
              <a:gd name="adj" fmla="val 8761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3" name="Shape 20"/>
          <p:cNvSpPr/>
          <p:nvPr/>
        </p:nvSpPr>
        <p:spPr>
          <a:xfrm>
            <a:off x="586264" y="6511052"/>
            <a:ext cx="7971473" cy="91440"/>
          </a:xfrm>
          <a:prstGeom prst="roundRect">
            <a:avLst>
              <a:gd name="adj" fmla="val 76951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4" name="Shape 21"/>
          <p:cNvSpPr/>
          <p:nvPr/>
        </p:nvSpPr>
        <p:spPr>
          <a:xfrm>
            <a:off x="4320719" y="6282690"/>
            <a:ext cx="502563" cy="502563"/>
          </a:xfrm>
          <a:prstGeom prst="roundRect">
            <a:avLst>
              <a:gd name="adj" fmla="val 181947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5" name="Text 22"/>
          <p:cNvSpPr/>
          <p:nvPr/>
        </p:nvSpPr>
        <p:spPr>
          <a:xfrm>
            <a:off x="4471452" y="6408301"/>
            <a:ext cx="200978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550" dirty="0"/>
          </a:p>
        </p:txBody>
      </p:sp>
      <p:sp>
        <p:nvSpPr>
          <p:cNvPr id="26" name="Text 23"/>
          <p:cNvSpPr/>
          <p:nvPr/>
        </p:nvSpPr>
        <p:spPr>
          <a:xfrm>
            <a:off x="776645" y="6952655"/>
            <a:ext cx="2198846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Depth Testing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776645" y="7327940"/>
            <a:ext cx="7590711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proper occlusion and perspective.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0670" y="471964"/>
            <a:ext cx="5523905" cy="563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Interactive Camera System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00670" y="1464112"/>
            <a:ext cx="2703195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Orbit Camera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00670" y="1973461"/>
            <a:ext cx="6505218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spherical coordinates for dynamic viewing, controlled by mouse drag (yaw/pitch) and mouse wheel (zoom).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0670" y="2715816"/>
            <a:ext cx="6505218" cy="806768"/>
          </a:xfrm>
          <a:prstGeom prst="roundRect">
            <a:avLst>
              <a:gd name="adj" fmla="val 8935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592098" y="2715816"/>
            <a:ext cx="6522363" cy="806768"/>
          </a:xfrm>
          <a:prstGeom prst="roundRect">
            <a:avLst>
              <a:gd name="adj" fmla="val 319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63667" y="2844522"/>
            <a:ext cx="6179225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gluLookAt(cx, cy, cz, 0, 0, 0, 0, 1, 0);
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532132" y="1464112"/>
            <a:ext cx="2703195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Camera Constraints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532132" y="1973461"/>
            <a:ext cx="6505218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Pitch:</a:t>
            </a: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Clamped between -89° and +89° to prevent flipping.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532132" y="2308146"/>
            <a:ext cx="6505218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Distance:</a:t>
            </a: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Clamped between 0.8 and 6.0 units for optimal view.</a:t>
            </a:r>
            <a:endParaRPr lang="en-US" sz="13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7D7DBFF-D7F8-6826-DAA9-31F09238C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525" y="3637061"/>
            <a:ext cx="4518090" cy="43942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25C538C-8AE0-585E-5A12-5012A0EB0D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9888" y="3119199"/>
            <a:ext cx="4770644" cy="431082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8E43B14-B43C-96AA-0F3F-644277689A1E}"/>
                  </a:ext>
                </a:extLst>
              </p14:cNvPr>
              <p14:cNvContentPartPr/>
              <p14:nvPr/>
            </p14:nvContentPartPr>
            <p14:xfrm>
              <a:off x="12813520" y="7576280"/>
              <a:ext cx="1734120" cy="5371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8E43B14-B43C-96AA-0F3F-644277689A1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50880" y="7513280"/>
                <a:ext cx="1859760" cy="662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20359"/>
            <a:ext cx="9470231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User Interaction: Control Your Fire</a:t>
            </a:r>
            <a:endParaRPr lang="en-US" sz="4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118247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325290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Particle Count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644253" y="3761065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+/- keys to adjust number of particles.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3118247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86356" y="325290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Particle Size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6086356" y="3761065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Up/Down keys to change particle dimensions.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995" y="3118247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28459" y="325290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Lateral Wind</a:t>
            </a:r>
            <a:endParaRPr lang="en-US" sz="2300" dirty="0"/>
          </a:p>
        </p:txBody>
      </p:sp>
      <p:sp>
        <p:nvSpPr>
          <p:cNvPr id="11" name="Text 6"/>
          <p:cNvSpPr/>
          <p:nvPr/>
        </p:nvSpPr>
        <p:spPr>
          <a:xfrm>
            <a:off x="10528459" y="3761065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A/D keys for left/right wind force.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494049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44253" y="507515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Vortex Motion</a:t>
            </a:r>
            <a:endParaRPr lang="en-US" sz="2300" dirty="0"/>
          </a:p>
        </p:txBody>
      </p:sp>
      <p:sp>
        <p:nvSpPr>
          <p:cNvPr id="14" name="Text 8"/>
          <p:cNvSpPr/>
          <p:nvPr/>
        </p:nvSpPr>
        <p:spPr>
          <a:xfrm>
            <a:off x="1644253" y="5583317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Left/Right arrow keys to activate vortex.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35893" y="4940498"/>
            <a:ext cx="566976" cy="56697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086356" y="507515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Camera Control</a:t>
            </a:r>
            <a:endParaRPr lang="en-US" sz="2300" dirty="0"/>
          </a:p>
        </p:txBody>
      </p:sp>
      <p:sp>
        <p:nvSpPr>
          <p:cNvPr id="17" name="Text 10"/>
          <p:cNvSpPr/>
          <p:nvPr/>
        </p:nvSpPr>
        <p:spPr>
          <a:xfrm>
            <a:off x="6086356" y="5583317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Mouse drag for view, wheel for zoom.</a:t>
            </a:r>
            <a:endParaRPr lang="en-US" sz="175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3852F60-7CE0-FA7D-3AFD-AC4261BC65CC}"/>
              </a:ext>
            </a:extLst>
          </p:cNvPr>
          <p:cNvGrpSpPr/>
          <p:nvPr/>
        </p:nvGrpSpPr>
        <p:grpSpPr>
          <a:xfrm>
            <a:off x="12891288" y="7638826"/>
            <a:ext cx="1568520" cy="437400"/>
            <a:chOff x="12891288" y="7638826"/>
            <a:chExt cx="1568520" cy="43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B94C0DC-2611-DFA2-92A2-51E2DE544442}"/>
                    </a:ext>
                  </a:extLst>
                </p14:cNvPr>
                <p14:cNvContentPartPr/>
                <p14:nvPr/>
              </p14:nvContentPartPr>
              <p14:xfrm>
                <a:off x="12891288" y="7638826"/>
                <a:ext cx="1568520" cy="4374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B94C0DC-2611-DFA2-92A2-51E2DE54444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2828288" y="7576186"/>
                  <a:ext cx="1694160" cy="56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17BAA60-95F2-6DB4-CC1B-4C3DCE70F793}"/>
                    </a:ext>
                  </a:extLst>
                </p14:cNvPr>
                <p14:cNvContentPartPr/>
                <p14:nvPr/>
              </p14:nvContentPartPr>
              <p14:xfrm>
                <a:off x="14423808" y="8023306"/>
                <a:ext cx="360" cy="34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17BAA60-95F2-6DB4-CC1B-4C3DCE70F79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360808" y="7960306"/>
                  <a:ext cx="126000" cy="1602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3654" y="521375"/>
            <a:ext cx="9001125" cy="622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Conclusion: A Dynamic Fire Simulation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63654" y="1522809"/>
            <a:ext cx="13303091" cy="303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3D particle system delivers a realistic fire simulation in an OpenGL legacy environment.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63654" y="6858595"/>
            <a:ext cx="6420207" cy="303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Figure 1: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Initial particle state before user interaction.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7554158" y="6858595"/>
            <a:ext cx="6420207" cy="303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Figure 2: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Particle system after user interaction.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63654" y="7545824"/>
            <a:ext cx="13303091" cy="303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combination of vortex, wind, particle spin, and interactive camera provides visual appeal and interactivity for educational purposes.</a:t>
            </a:r>
            <a:endParaRPr lang="en-US" sz="14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95F59E5-D917-438E-60FC-48D945C7A3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035" y="1826180"/>
            <a:ext cx="5187950" cy="499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182BA03-07DD-ABEF-AE36-85AE3E1959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947498"/>
            <a:ext cx="5419289" cy="486978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91348838-A39E-37F3-C004-B90AB9FFEA76}"/>
              </a:ext>
            </a:extLst>
          </p:cNvPr>
          <p:cNvGrpSpPr/>
          <p:nvPr/>
        </p:nvGrpSpPr>
        <p:grpSpPr>
          <a:xfrm>
            <a:off x="12855288" y="7675906"/>
            <a:ext cx="1694880" cy="470880"/>
            <a:chOff x="12855288" y="7675906"/>
            <a:chExt cx="1694880" cy="47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5002416-73BF-7273-C7FD-AF352E7B05C6}"/>
                    </a:ext>
                  </a:extLst>
                </p14:cNvPr>
                <p14:cNvContentPartPr/>
                <p14:nvPr/>
              </p14:nvContentPartPr>
              <p14:xfrm>
                <a:off x="12855288" y="7765906"/>
                <a:ext cx="1694880" cy="380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5002416-73BF-7273-C7FD-AF352E7B05C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2792288" y="7703266"/>
                  <a:ext cx="182052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6E7315E-7770-7112-94F2-82DE24C8D2A5}"/>
                    </a:ext>
                  </a:extLst>
                </p14:cNvPr>
                <p14:cNvContentPartPr/>
                <p14:nvPr/>
              </p14:nvContentPartPr>
              <p14:xfrm>
                <a:off x="13746648" y="7801906"/>
                <a:ext cx="560160" cy="2358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6E7315E-7770-7112-94F2-82DE24C8D2A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3683648" y="7738906"/>
                  <a:ext cx="68580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D1C1DB1-D1D8-7B2A-9344-38C9FF9468C3}"/>
                    </a:ext>
                  </a:extLst>
                </p14:cNvPr>
                <p14:cNvContentPartPr/>
                <p14:nvPr/>
              </p14:nvContentPartPr>
              <p14:xfrm>
                <a:off x="12934848" y="7830346"/>
                <a:ext cx="1454040" cy="267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D1C1DB1-D1D8-7B2A-9344-38C9FF9468C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871848" y="7767706"/>
                  <a:ext cx="157968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BAF6480-CF9D-8FD9-007D-3D38B31DA650}"/>
                    </a:ext>
                  </a:extLst>
                </p14:cNvPr>
                <p14:cNvContentPartPr/>
                <p14:nvPr/>
              </p14:nvContentPartPr>
              <p14:xfrm>
                <a:off x="12939888" y="7675906"/>
                <a:ext cx="17640" cy="226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BAF6480-CF9D-8FD9-007D-3D38B31DA65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2876888" y="7613266"/>
                  <a:ext cx="143280" cy="3520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567</Words>
  <Application>Microsoft Office PowerPoint</Application>
  <PresentationFormat>Custom</PresentationFormat>
  <Paragraphs>89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Inter</vt:lpstr>
      <vt:lpstr>Petrona Bold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Belal Hesham</cp:lastModifiedBy>
  <cp:revision>4</cp:revision>
  <dcterms:created xsi:type="dcterms:W3CDTF">2025-12-22T09:02:13Z</dcterms:created>
  <dcterms:modified xsi:type="dcterms:W3CDTF">2025-12-22T09:28:07Z</dcterms:modified>
</cp:coreProperties>
</file>